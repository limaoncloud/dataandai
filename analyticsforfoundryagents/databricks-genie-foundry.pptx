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5_0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3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147483644" r:id="rId8"/>
    <p:sldId id="280" r:id="rId9"/>
    <p:sldId id="264" r:id="rId10"/>
    <p:sldId id="2147483643" r:id="rId11"/>
    <p:sldId id="261" r:id="rId12"/>
    <p:sldId id="262" r:id="rId13"/>
    <p:sldId id="267" r:id="rId14"/>
    <p:sldId id="2147483647" r:id="rId15"/>
    <p:sldId id="266" r:id="rId16"/>
    <p:sldId id="2147483646" r:id="rId17"/>
    <p:sldId id="263" r:id="rId18"/>
    <p:sldId id="265" r:id="rId19"/>
    <p:sldId id="2147483645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BB9C37-5831-8B2F-C34D-DB6969A0770F}" name="Li Ma" initials="LM" userId="S::lima8@microsoft.com::e6744993-022e-47f6-b082-fa553075f107" providerId="AD"/>
  <p188:author id="{03EC2586-D6B6-B4FB-1D91-C324A969EF68}" name="Jose Mendez" initials="JM" userId="S::josemendez@microsoft.com::58f40cfd-024b-44f0-91c5-60f09d6dfda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80460" autoAdjust="0"/>
  </p:normalViewPr>
  <p:slideViewPr>
    <p:cSldViewPr snapToGrid="0" snapToObjects="1">
      <p:cViewPr varScale="1">
        <p:scale>
          <a:sx n="117" d="100"/>
          <a:sy n="117" d="100"/>
        </p:scale>
        <p:origin x="6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8/10/relationships/authors" Target="author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22045F-B9B9-4889-BE5D-18C3B0363A7E}" authorId="{50BB9C37-5831-8B2F-C34D-DB6969A0770F}" created="2026-06-18T22:12:39.966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GB"/>
          <a:t>Check Genie spaces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05AF96-CC56-4A10-B611-AAD7F340CAAA}" authorId="{50BB9C37-5831-8B2F-C34D-DB6969A0770F}" created="2026-06-21T22:15:25.197">
    <pc:sldMkLst xmlns:pc="http://schemas.microsoft.com/office/powerpoint/2013/main/command">
      <pc:docMk/>
      <pc:sldMk cId="0" sldId="261"/>
    </pc:sldMkLst>
    <p188:txBody>
      <a:bodyPr/>
      <a:lstStyle/>
      <a:p>
        <a:r>
          <a:rPr lang="en-GB"/>
          <a:t>Add foundry IQ option. Two options, direct and foundry IQ. Compare difference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05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>
          <a:extLst>
            <a:ext uri="{FF2B5EF4-FFF2-40B4-BE49-F238E27FC236}">
              <a16:creationId xmlns:a16="http://schemas.microsoft.com/office/drawing/2014/main" id="{F9FA9793-1C84-4E65-C83F-FABBB228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2e26eba44c0_22_4750:notes">
            <a:extLst>
              <a:ext uri="{FF2B5EF4-FFF2-40B4-BE49-F238E27FC236}">
                <a16:creationId xmlns:a16="http://schemas.microsoft.com/office/drawing/2014/main" id="{C9696900-955C-2E24-10E0-56A7DC4A9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8" name="Google Shape;1448;g2e26eba44c0_22_4750:notes">
            <a:extLst>
              <a:ext uri="{FF2B5EF4-FFF2-40B4-BE49-F238E27FC236}">
                <a16:creationId xmlns:a16="http://schemas.microsoft.com/office/drawing/2014/main" id="{E184FF96-66E8-7953-CA47-12E8893BAC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integration between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Foundry and Azure Databricks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transforms how organizations manage data and AI workflows by delivering native integration for seamless connectivity.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support for various large language models (LLMs), users gain secure, authenticated access to their data, ensuring governance and compliance at every step.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Genie agents provide contextual answers grounded in your unique data, enabling users to perform natural language queries and receive detailed, context-aware responses without needing to understand underlying data structures.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streamlined process delivers real-time data insights directly within GenAI applications, while multi-agent workflows leverage Azure AI agents and Genie Spaces for faster, more sophisticated analysis.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Seamless integration simplifies AI agent management, and enhanced collaboration boosts productivity between business and technical users.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Ultimately, this approach empowers organizations to make data-driven decisions efficiently, with robust security and accessibility.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10"/>
              </a:spcAft>
              <a:buClrTx/>
              <a:buSzTx/>
              <a:buFontTx/>
              <a:buNone/>
              <a:tabLst/>
              <a:defRPr/>
            </a:pPr>
            <a:endParaRPr lang="en-US" sz="1200" b="0" i="1"/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1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/>
              <a:t>Alternate: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1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/>
              <a:t>The integration between </a:t>
            </a:r>
            <a:r>
              <a:rPr lang="en-US" sz="1200" b="1" i="1"/>
              <a:t>Azure AI Foundry and Azure Databricks</a:t>
            </a:r>
            <a:r>
              <a:rPr lang="en-US" sz="1200" b="0" i="1"/>
              <a:t> revolutionizes the way businesses handle data and AI workflows with the best of both worlds.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1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/>
              <a:t>By combining Azure Databricks' extensive data processing capabilities with Foundry's advanced AI tools, this integration allows developers to create sophisticated, multi-agent workflows.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1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/>
              <a:t>Users can perform natural language queries and receive detailed, context-aware responses without needing to understand the underlying data structures.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1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/>
              <a:t>This integration supports various large language models (LLMs) and ensures secure, authenticated access to data, tailored to each user's permissions.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1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/>
              <a:t>The result is a streamlined, efficient process for surfacing critical real-time data within Microsoft solutions and other corporate applications, fostering enhanced collaboration between business developers and technical teams.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1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/>
              <a:t>This innovative approach not only drives productivity but also ensures that data remains secure and accessible, empowering organizations to make data-driven decisions with ease.</a:t>
            </a:r>
            <a:endParaRPr lang="en-US" sz="1200" b="0"/>
          </a:p>
        </p:txBody>
      </p:sp>
    </p:spTree>
    <p:extLst>
      <p:ext uri="{BB962C8B-B14F-4D97-AF65-F5344CB8AC3E}">
        <p14:creationId xmlns:p14="http://schemas.microsoft.com/office/powerpoint/2010/main" val="3306648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C08B-C6CF-76D4-A654-A566B255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32526-878D-7FAA-A0FC-109A3911F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8C616-7319-1D1A-2351-23A21ABE9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44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Genie space is a governed semantic workspace that teaches Genie how to answer business questions. Not just tables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 business understanding of the data. </a:t>
            </a:r>
            <a:r>
              <a:rPr lang="en-US" dirty="0"/>
              <a:t>. You curate relationships, metrics, business </a:t>
            </a:r>
            <a:r>
              <a:rPr lang="en-US" dirty="0" err="1"/>
              <a:t>definititions</a:t>
            </a:r>
            <a:r>
              <a:rPr lang="en-US" dirty="0"/>
              <a:t> , example questions and trusted SQL patterns.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MCP server exposes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Genie Spaces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individual tables.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87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9341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0055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4719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8530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7790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68866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4476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6707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1170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138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47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quare pho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0" y="1727484"/>
            <a:ext cx="5473828" cy="2285241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</a:t>
            </a:r>
            <a:br>
              <a:rPr lang="en-US"/>
            </a:br>
            <a:r>
              <a:rPr lang="en-US"/>
              <a:t>or presentation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4225965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B75A0920-A5C0-44B4-805C-2A21395BDE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38150" y="439341"/>
            <a:ext cx="1024684" cy="21945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A263C4-3326-E64B-9789-EDA19734D864}"/>
              </a:ext>
            </a:extLst>
          </p:cNvPr>
          <p:cNvCxnSpPr>
            <a:cxnSpLocks/>
          </p:cNvCxnSpPr>
          <p:nvPr userDrawn="1"/>
        </p:nvCxnSpPr>
        <p:spPr>
          <a:xfrm>
            <a:off x="438150" y="4700316"/>
            <a:ext cx="8268891" cy="0"/>
          </a:xfrm>
          <a:prstGeom prst="line">
            <a:avLst/>
          </a:prstGeom>
          <a:ln w="127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2192;p234">
            <a:extLst>
              <a:ext uri="{FF2B5EF4-FFF2-40B4-BE49-F238E27FC236}">
                <a16:creationId xmlns:a16="http://schemas.microsoft.com/office/drawing/2014/main" id="{92BB06CF-3DC8-4D24-1914-1F7673075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6881161" y="369613"/>
            <a:ext cx="1605895" cy="1606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5603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8C64960A-4B61-43E6-B400-13FC4850F81A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4333FB6F-5C99-40E2-8D4E-1E9EE410072E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EDE68-1D2D-4A40-A3F4-F77A41DD2BC0}"/>
              </a:ext>
            </a:extLst>
          </p:cNvPr>
          <p:cNvSpPr/>
          <p:nvPr userDrawn="1"/>
        </p:nvSpPr>
        <p:spPr bwMode="auto">
          <a:xfrm>
            <a:off x="1" y="0"/>
            <a:ext cx="2781300" cy="51435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AF1AEC-5837-427A-AB77-EF89A45999B0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428625" y="2340918"/>
            <a:ext cx="2118011" cy="461665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496491" indent="0">
              <a:buNone/>
              <a:defRPr/>
            </a:lvl4pPr>
            <a:lvl5pPr marL="641747" indent="0">
              <a:buNone/>
              <a:defRPr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11303577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415499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CB9224E-20A8-4184-BE63-F7ADC1024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CDA2FAA-F591-4C59-93CB-5FDE50ECC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17587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_Blue Ba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A4EE01-A11E-4E94-BD8C-0E370CC84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"/>
            <a:ext cx="9144000" cy="1193006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9DBB57-EFF8-4672-A1A8-6F5D20C8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193007"/>
            <a:ext cx="9144000" cy="369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415499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A47FE3-808F-4455-9116-CB304A57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EA8DF5-0F38-4D7D-8A31-170AB79F5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180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ue Bar_Placehold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141C64-E920-4DE9-A440-152373BCB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"/>
            <a:ext cx="9144000" cy="1071785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415499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CB9224E-20A8-4184-BE63-F7ADC1024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CDA2FAA-F591-4C59-93CB-5FDE50ECC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582AC2-DA98-4BCB-8380-34C382DED89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14850" y="1403748"/>
            <a:ext cx="4200525" cy="207749"/>
          </a:xfrm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 algn="ctr">
              <a:buNone/>
              <a:defRPr sz="1350"/>
            </a:lvl1pPr>
          </a:lstStyle>
          <a:p>
            <a:pPr lvl="0"/>
            <a:r>
              <a:rPr lang="en-US"/>
              <a:t>Place holder for report and illustration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BE3747-AB42-4DD5-A33C-42C4A70E8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071786"/>
            <a:ext cx="9144000" cy="369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7705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415499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EC02201-A897-0144-8522-F40E06456B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151" y="982985"/>
            <a:ext cx="8263890" cy="20774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35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A47FE3-808F-4455-9116-CB304A57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EA8DF5-0F38-4D7D-8A31-170AB79F5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40147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ubtitle_Blue Ba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A4EE01-A11E-4E94-BD8C-0E370CC84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"/>
            <a:ext cx="9144000" cy="139337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9DBB57-EFF8-4672-A1A8-6F5D20C8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356447"/>
            <a:ext cx="9144000" cy="369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415499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EC02201-A897-0144-8522-F40E06456B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151" y="982985"/>
            <a:ext cx="8263890" cy="20774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3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A47FE3-808F-4455-9116-CB304A57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EA8DF5-0F38-4D7D-8A31-170AB79F5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456396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A47FE3-808F-4455-9116-CB304A57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EA8DF5-0F38-4D7D-8A31-170AB79F5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52691-475D-43F1-A919-4B156DB9EB3B}"/>
              </a:ext>
            </a:extLst>
          </p:cNvPr>
          <p:cNvSpPr>
            <a:spLocks/>
          </p:cNvSpPr>
          <p:nvPr userDrawn="1"/>
        </p:nvSpPr>
        <p:spPr bwMode="auto">
          <a:xfrm>
            <a:off x="0" y="601487"/>
            <a:ext cx="5040632" cy="840923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652719-B081-48FC-940C-093D3CF71ACF}"/>
              </a:ext>
            </a:extLst>
          </p:cNvPr>
          <p:cNvSpPr>
            <a:spLocks/>
          </p:cNvSpPr>
          <p:nvPr userDrawn="1"/>
        </p:nvSpPr>
        <p:spPr bwMode="auto">
          <a:xfrm>
            <a:off x="0" y="1442410"/>
            <a:ext cx="5040632" cy="410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814199"/>
            <a:ext cx="4390761" cy="415499"/>
          </a:xfrm>
        </p:spPr>
        <p:txBody>
          <a:bodyPr wrap="square">
            <a:spAutoFit/>
          </a:bodyPr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7392304-E6C1-4312-930D-A6D4819615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40633" y="0"/>
            <a:ext cx="4103368" cy="276999"/>
          </a:xfr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8389367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_Blue Ba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A47FE3-808F-4455-9116-CB304A57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EA8DF5-0F38-4D7D-8A31-170AB79F5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52691-475D-43F1-A919-4B156DB9EB3B}"/>
              </a:ext>
            </a:extLst>
          </p:cNvPr>
          <p:cNvSpPr/>
          <p:nvPr userDrawn="1"/>
        </p:nvSpPr>
        <p:spPr bwMode="auto">
          <a:xfrm>
            <a:off x="0" y="601487"/>
            <a:ext cx="4514850" cy="840923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652719-B081-48FC-940C-093D3CF71ACF}"/>
              </a:ext>
            </a:extLst>
          </p:cNvPr>
          <p:cNvSpPr/>
          <p:nvPr userDrawn="1"/>
        </p:nvSpPr>
        <p:spPr bwMode="auto">
          <a:xfrm>
            <a:off x="0" y="1442410"/>
            <a:ext cx="4514850" cy="410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814199"/>
            <a:ext cx="3416489" cy="415499"/>
          </a:xfrm>
        </p:spPr>
        <p:txBody>
          <a:bodyPr>
            <a:spAutoFit/>
          </a:bodyPr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7392304-E6C1-4312-930D-A6D4819615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14850" y="439341"/>
            <a:ext cx="4200525" cy="276999"/>
          </a:xfr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300393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A47FE3-808F-4455-9116-CB304A57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EA8DF5-0F38-4D7D-8A31-170AB79F5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C52691-475D-43F1-A919-4B156DB9EB3B}"/>
              </a:ext>
            </a:extLst>
          </p:cNvPr>
          <p:cNvSpPr>
            <a:spLocks/>
          </p:cNvSpPr>
          <p:nvPr userDrawn="1"/>
        </p:nvSpPr>
        <p:spPr bwMode="auto">
          <a:xfrm>
            <a:off x="0" y="601487"/>
            <a:ext cx="9144000" cy="840923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652719-B081-48FC-940C-093D3CF71ACF}"/>
              </a:ext>
            </a:extLst>
          </p:cNvPr>
          <p:cNvSpPr>
            <a:spLocks/>
          </p:cNvSpPr>
          <p:nvPr userDrawn="1"/>
        </p:nvSpPr>
        <p:spPr bwMode="auto">
          <a:xfrm>
            <a:off x="0" y="1442410"/>
            <a:ext cx="9144000" cy="410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814199"/>
            <a:ext cx="8283764" cy="415499"/>
          </a:xfrm>
        </p:spPr>
        <p:txBody>
          <a:bodyPr wrap="square">
            <a:spAutoFit/>
          </a:bodyPr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63879858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3416489" cy="830997"/>
          </a:xfrm>
        </p:spPr>
        <p:txBody>
          <a:bodyPr>
            <a:spAutoFit/>
          </a:bodyPr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A47FE3-808F-4455-9116-CB304A57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EA8DF5-0F38-4D7D-8A31-170AB79F5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40EC17C2-B72D-4F57-AB81-A8295D570494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4514850" y="439342"/>
            <a:ext cx="4196954" cy="276999"/>
          </a:xfr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9107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 Subtitle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3458001" cy="923330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0" kern="1200" cap="none" spc="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1F01542-314B-B94E-9E8F-3A1DCF0A8D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151" y="1516092"/>
            <a:ext cx="343099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1877A-366D-46E8-9609-C14F41581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A6145-AE34-4B2D-8774-7F9781432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99010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3458001" cy="923330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0" kern="1200" cap="none" spc="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2A71D1-F09E-8842-AD05-950FE1498381}"/>
              </a:ext>
            </a:extLst>
          </p:cNvPr>
          <p:cNvCxnSpPr>
            <a:cxnSpLocks/>
          </p:cNvCxnSpPr>
          <p:nvPr/>
        </p:nvCxnSpPr>
        <p:spPr>
          <a:xfrm>
            <a:off x="4600575" y="439476"/>
            <a:ext cx="4106466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B10EA9-1316-2045-BA8E-85DFEBC1CDE2}"/>
              </a:ext>
            </a:extLst>
          </p:cNvPr>
          <p:cNvCxnSpPr>
            <a:cxnSpLocks/>
          </p:cNvCxnSpPr>
          <p:nvPr/>
        </p:nvCxnSpPr>
        <p:spPr>
          <a:xfrm>
            <a:off x="4600575" y="1372604"/>
            <a:ext cx="4106466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65D8CB-54F7-4447-8E24-547CD549E6B4}"/>
              </a:ext>
            </a:extLst>
          </p:cNvPr>
          <p:cNvCxnSpPr>
            <a:cxnSpLocks/>
          </p:cNvCxnSpPr>
          <p:nvPr/>
        </p:nvCxnSpPr>
        <p:spPr>
          <a:xfrm>
            <a:off x="4600575" y="1550284"/>
            <a:ext cx="4106466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8CD7834-4D7C-9D47-9858-3F2CCB9CB277}"/>
              </a:ext>
            </a:extLst>
          </p:cNvPr>
          <p:cNvCxnSpPr>
            <a:cxnSpLocks/>
          </p:cNvCxnSpPr>
          <p:nvPr/>
        </p:nvCxnSpPr>
        <p:spPr>
          <a:xfrm>
            <a:off x="4600575" y="2483412"/>
            <a:ext cx="4106466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AAA53A-6964-724E-8791-53DB0D3A9CBE}"/>
              </a:ext>
            </a:extLst>
          </p:cNvPr>
          <p:cNvCxnSpPr>
            <a:cxnSpLocks/>
          </p:cNvCxnSpPr>
          <p:nvPr/>
        </p:nvCxnSpPr>
        <p:spPr>
          <a:xfrm>
            <a:off x="4600575" y="2661092"/>
            <a:ext cx="4106466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C9BCD5-4167-604D-974D-68A3F8999BF9}"/>
              </a:ext>
            </a:extLst>
          </p:cNvPr>
          <p:cNvCxnSpPr>
            <a:cxnSpLocks/>
          </p:cNvCxnSpPr>
          <p:nvPr/>
        </p:nvCxnSpPr>
        <p:spPr>
          <a:xfrm>
            <a:off x="4600575" y="3594220"/>
            <a:ext cx="4106466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225880F-4EDA-2B41-BA63-105ABFF6A823}"/>
              </a:ext>
            </a:extLst>
          </p:cNvPr>
          <p:cNvCxnSpPr>
            <a:cxnSpLocks/>
          </p:cNvCxnSpPr>
          <p:nvPr/>
        </p:nvCxnSpPr>
        <p:spPr>
          <a:xfrm>
            <a:off x="4600575" y="3771900"/>
            <a:ext cx="4106466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1EB7D1-AE0B-C24F-8957-3260EC322FDA}"/>
              </a:ext>
            </a:extLst>
          </p:cNvPr>
          <p:cNvCxnSpPr>
            <a:cxnSpLocks/>
          </p:cNvCxnSpPr>
          <p:nvPr/>
        </p:nvCxnSpPr>
        <p:spPr>
          <a:xfrm>
            <a:off x="4600575" y="4705028"/>
            <a:ext cx="4106466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3D5A23B-648C-AC47-B8BD-EE892612B0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33707" y="1736046"/>
            <a:ext cx="3181669" cy="556777"/>
          </a:xfrm>
          <a:noFill/>
        </p:spPr>
        <p:txBody>
          <a:bodyPr wrap="square"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 here.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52991E3-3AF8-7242-AF14-580FCDDA4C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33707" y="628650"/>
            <a:ext cx="3181669" cy="556777"/>
          </a:xfrm>
          <a:noFill/>
        </p:spPr>
        <p:txBody>
          <a:bodyPr wrap="square"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 here.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C1C221DA-B39D-734F-9219-6D344EDE43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3707" y="2857500"/>
            <a:ext cx="3181669" cy="556777"/>
          </a:xfrm>
          <a:noFill/>
        </p:spPr>
        <p:txBody>
          <a:bodyPr wrap="square"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 here.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7AD49206-9AA1-9545-B8DE-768C479CE3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33707" y="3943350"/>
            <a:ext cx="3181669" cy="556777"/>
          </a:xfrm>
          <a:noFill/>
        </p:spPr>
        <p:txBody>
          <a:bodyPr wrap="square"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 here.</a:t>
            </a: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C749ABB7-E94C-644E-AB3E-CA66A14994E4}"/>
              </a:ext>
            </a:extLst>
          </p:cNvPr>
          <p:cNvSpPr txBox="1">
            <a:spLocks/>
          </p:cNvSpPr>
          <p:nvPr userDrawn="1"/>
        </p:nvSpPr>
        <p:spPr>
          <a:xfrm>
            <a:off x="4608679" y="491959"/>
            <a:ext cx="879539" cy="834287"/>
          </a:xfrm>
          <a:prstGeom prst="rect">
            <a:avLst/>
          </a:prstGeom>
        </p:spPr>
        <p:txBody>
          <a:bodyPr lIns="0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69955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50" b="0" i="0" u="none" strike="noStrike" kern="1200" cap="none" spc="0" normalizeH="0" baseline="0" noProof="0">
                <a:ln w="3175"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01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AED658B1-2D11-6B40-9AC8-F40A2E8C428E}"/>
              </a:ext>
            </a:extLst>
          </p:cNvPr>
          <p:cNvSpPr txBox="1">
            <a:spLocks/>
          </p:cNvSpPr>
          <p:nvPr userDrawn="1"/>
        </p:nvSpPr>
        <p:spPr>
          <a:xfrm>
            <a:off x="4608679" y="1606992"/>
            <a:ext cx="879539" cy="834287"/>
          </a:xfrm>
          <a:prstGeom prst="rect">
            <a:avLst/>
          </a:prstGeom>
        </p:spPr>
        <p:txBody>
          <a:bodyPr lIns="0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69955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50" b="0" i="0" u="none" strike="noStrike" kern="1200" cap="none" spc="0" normalizeH="0" baseline="0" noProof="0">
                <a:ln w="3175"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02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BF28F184-936F-734E-82FF-11CF771C79D1}"/>
              </a:ext>
            </a:extLst>
          </p:cNvPr>
          <p:cNvSpPr txBox="1">
            <a:spLocks/>
          </p:cNvSpPr>
          <p:nvPr userDrawn="1"/>
        </p:nvSpPr>
        <p:spPr>
          <a:xfrm>
            <a:off x="4608679" y="2754834"/>
            <a:ext cx="879539" cy="834287"/>
          </a:xfrm>
          <a:prstGeom prst="rect">
            <a:avLst/>
          </a:prstGeom>
        </p:spPr>
        <p:txBody>
          <a:bodyPr lIns="0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69955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50" b="0" i="0" u="none" strike="noStrike" kern="1200" cap="none" spc="0" normalizeH="0" baseline="0" noProof="0">
                <a:ln w="3175"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03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50B655BD-0C6C-E84E-8F2B-004B34E870DC}"/>
              </a:ext>
            </a:extLst>
          </p:cNvPr>
          <p:cNvSpPr txBox="1">
            <a:spLocks/>
          </p:cNvSpPr>
          <p:nvPr userDrawn="1"/>
        </p:nvSpPr>
        <p:spPr>
          <a:xfrm>
            <a:off x="4608679" y="3867492"/>
            <a:ext cx="916925" cy="834287"/>
          </a:xfrm>
          <a:prstGeom prst="rect">
            <a:avLst/>
          </a:prstGeom>
        </p:spPr>
        <p:txBody>
          <a:bodyPr lIns="0" tIns="0" rIns="0" bIns="0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69955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50" b="0" i="0" u="none" strike="noStrike" kern="1200" cap="none" spc="0" normalizeH="0" baseline="0" noProof="0">
                <a:ln w="3175"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04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1CEA2372-B756-9B49-B735-65CC0C708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151" y="1613218"/>
            <a:ext cx="343099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26601A05-B18A-4B66-A601-446933C6B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2AF7A1D5-4923-435E-A787-BD20E0820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4318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hape_Title_Subtitle_Content_3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115828-A4B2-4C63-9284-3EE9A55A556B}"/>
              </a:ext>
            </a:extLst>
          </p:cNvPr>
          <p:cNvSpPr/>
          <p:nvPr userDrawn="1"/>
        </p:nvSpPr>
        <p:spPr bwMode="auto">
          <a:xfrm>
            <a:off x="3437336" y="2608297"/>
            <a:ext cx="1278165" cy="2085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F95E0F-9554-4E8E-BECB-491620008177}"/>
              </a:ext>
            </a:extLst>
          </p:cNvPr>
          <p:cNvSpPr/>
          <p:nvPr userDrawn="1"/>
        </p:nvSpPr>
        <p:spPr bwMode="auto">
          <a:xfrm>
            <a:off x="3437336" y="439341"/>
            <a:ext cx="1278165" cy="2085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91ECCFF-A78D-1C4C-B06A-287BFFD18C0B}"/>
              </a:ext>
            </a:extLst>
          </p:cNvPr>
          <p:cNvCxnSpPr>
            <a:cxnSpLocks/>
          </p:cNvCxnSpPr>
          <p:nvPr/>
        </p:nvCxnSpPr>
        <p:spPr>
          <a:xfrm>
            <a:off x="3437335" y="439476"/>
            <a:ext cx="5278040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518E73C-187A-004E-9315-F4550400997B}"/>
              </a:ext>
            </a:extLst>
          </p:cNvPr>
          <p:cNvCxnSpPr>
            <a:cxnSpLocks/>
          </p:cNvCxnSpPr>
          <p:nvPr/>
        </p:nvCxnSpPr>
        <p:spPr>
          <a:xfrm>
            <a:off x="3437335" y="2525129"/>
            <a:ext cx="5278040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2E210D2-07B9-CE46-BAA5-0149E8DEF15F}"/>
              </a:ext>
            </a:extLst>
          </p:cNvPr>
          <p:cNvCxnSpPr>
            <a:cxnSpLocks/>
          </p:cNvCxnSpPr>
          <p:nvPr/>
        </p:nvCxnSpPr>
        <p:spPr>
          <a:xfrm>
            <a:off x="3437335" y="2608295"/>
            <a:ext cx="5278040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77354CA-AA42-3C4F-BC8C-E5000F50D104}"/>
              </a:ext>
            </a:extLst>
          </p:cNvPr>
          <p:cNvCxnSpPr>
            <a:cxnSpLocks/>
          </p:cNvCxnSpPr>
          <p:nvPr/>
        </p:nvCxnSpPr>
        <p:spPr>
          <a:xfrm>
            <a:off x="3437335" y="4694082"/>
            <a:ext cx="5278040" cy="0"/>
          </a:xfrm>
          <a:prstGeom prst="line">
            <a:avLst/>
          </a:prstGeom>
          <a:ln w="12700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4BD19EB2-7D8F-AC41-A8B6-1914246DD12A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930379" y="639910"/>
            <a:ext cx="3847543" cy="1684646"/>
          </a:xfrm>
          <a:noFill/>
        </p:spPr>
        <p:txBody>
          <a:bodyPr wrap="square"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 here.</a:t>
            </a:r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7593565-8F64-304B-8C7E-9439401DD38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554346" y="639910"/>
            <a:ext cx="1044146" cy="1684646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A5C784BF-DD0C-4145-AFF6-60E0CD019133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930379" y="2808866"/>
            <a:ext cx="3847543" cy="1684646"/>
          </a:xfrm>
          <a:noFill/>
        </p:spPr>
        <p:txBody>
          <a:bodyPr wrap="square"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050" spc="0" baseline="0">
                <a:solidFill>
                  <a:schemeClr val="accent6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Insert text here.</a:t>
            </a:r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2EA836EF-2EB8-5E4E-B346-EC54002F09D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554346" y="2808866"/>
            <a:ext cx="1044146" cy="1684646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611CD12-3411-4A81-9E8C-BDCA5C7E737F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EBB3A48-4E52-4A27-9CA2-92707D5471F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D5A150-7E2C-414D-B68B-9C94D25E39DC}"/>
              </a:ext>
            </a:extLst>
          </p:cNvPr>
          <p:cNvSpPr/>
          <p:nvPr userDrawn="1"/>
        </p:nvSpPr>
        <p:spPr bwMode="auto">
          <a:xfrm>
            <a:off x="0" y="0"/>
            <a:ext cx="3228975" cy="51435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993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2AE0041-F3F5-4B38-BA5A-7E919381E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1606182"/>
            <a:ext cx="2597339" cy="1384994"/>
          </a:xfrm>
        </p:spPr>
        <p:txBody>
          <a:bodyPr wrap="square">
            <a:spAutoFit/>
          </a:bodyPr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D456B66-B037-4653-AFA9-F989D27543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151" y="3090709"/>
            <a:ext cx="2597339" cy="20774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3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7838049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2D547BD7-AC55-6C40-A7CB-C9142C95C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3250978"/>
            <a:ext cx="6877050" cy="761747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B99E381-3208-0344-80A7-E40B82122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4225965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446209-32A2-0D4B-A02D-6E6C8AE47D6F}"/>
              </a:ext>
            </a:extLst>
          </p:cNvPr>
          <p:cNvCxnSpPr>
            <a:cxnSpLocks/>
          </p:cNvCxnSpPr>
          <p:nvPr userDrawn="1"/>
        </p:nvCxnSpPr>
        <p:spPr>
          <a:xfrm>
            <a:off x="438150" y="4700316"/>
            <a:ext cx="8268891" cy="0"/>
          </a:xfrm>
          <a:prstGeom prst="line">
            <a:avLst/>
          </a:prstGeom>
          <a:ln w="12700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6196947-EDB7-4F31-A405-9AE6EFA4C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FFFFFF"/>
                </a:solidFill>
              </a:rPr>
              <a:t>Microsoft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D2DA863-F774-4788-9D62-D8BDC0857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FFFFFF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" name="Google Shape;2192;p234">
            <a:extLst>
              <a:ext uri="{FF2B5EF4-FFF2-40B4-BE49-F238E27FC236}">
                <a16:creationId xmlns:a16="http://schemas.microsoft.com/office/drawing/2014/main" id="{D6C37334-D332-2E6C-B5B4-55C2387F8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6881161" y="369613"/>
            <a:ext cx="1605895" cy="1606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097301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44BC2-456D-0D4F-A0FE-CA8310144BFE}"/>
              </a:ext>
            </a:extLst>
          </p:cNvPr>
          <p:cNvSpPr txBox="1"/>
          <p:nvPr userDrawn="1"/>
        </p:nvSpPr>
        <p:spPr>
          <a:xfrm>
            <a:off x="-821192" y="-1102179"/>
            <a:ext cx="9095866" cy="6135461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21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D547BD7-AC55-6C40-A7CB-C9142C95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0" y="3250978"/>
            <a:ext cx="5473828" cy="761747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B99E381-3208-0344-80A7-E40B82122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4225965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446209-32A2-0D4B-A02D-6E6C8AE47D6F}"/>
              </a:ext>
            </a:extLst>
          </p:cNvPr>
          <p:cNvCxnSpPr>
            <a:cxnSpLocks/>
          </p:cNvCxnSpPr>
          <p:nvPr userDrawn="1"/>
        </p:nvCxnSpPr>
        <p:spPr>
          <a:xfrm>
            <a:off x="438150" y="4700316"/>
            <a:ext cx="8268891" cy="0"/>
          </a:xfrm>
          <a:prstGeom prst="line">
            <a:avLst/>
          </a:prstGeom>
          <a:ln w="12700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EC9115C-86E9-F143-8EB8-9CE9C70F9C8A}"/>
              </a:ext>
            </a:extLst>
          </p:cNvPr>
          <p:cNvSpPr txBox="1">
            <a:spLocks/>
          </p:cNvSpPr>
          <p:nvPr userDrawn="1"/>
        </p:nvSpPr>
        <p:spPr>
          <a:xfrm>
            <a:off x="5619736" y="4829748"/>
            <a:ext cx="3086129" cy="93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defTabSz="914225">
              <a:lnSpc>
                <a:spcPct val="90000"/>
              </a:lnSpc>
              <a:spcAft>
                <a:spcPts val="600"/>
              </a:spcAft>
              <a:defRPr sz="900">
                <a:solidFill>
                  <a:schemeClr val="accent6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66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Confidential – Internal only </a:t>
            </a:r>
            <a:fld id="{CDA8CF92-FC37-A64A-8AA4-5DF2C811E7A1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68566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49947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44BC2-456D-0D4F-A0FE-CA8310144BFE}"/>
              </a:ext>
            </a:extLst>
          </p:cNvPr>
          <p:cNvSpPr txBox="1"/>
          <p:nvPr userDrawn="1"/>
        </p:nvSpPr>
        <p:spPr>
          <a:xfrm>
            <a:off x="-821192" y="-1102179"/>
            <a:ext cx="9095866" cy="6135461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21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D547BD7-AC55-6C40-A7CB-C9142C95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0" y="3250978"/>
            <a:ext cx="5473828" cy="761747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B99E381-3208-0344-80A7-E40B82122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4225965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446209-32A2-0D4B-A02D-6E6C8AE47D6F}"/>
              </a:ext>
            </a:extLst>
          </p:cNvPr>
          <p:cNvCxnSpPr>
            <a:cxnSpLocks/>
          </p:cNvCxnSpPr>
          <p:nvPr userDrawn="1"/>
        </p:nvCxnSpPr>
        <p:spPr>
          <a:xfrm>
            <a:off x="438150" y="4700316"/>
            <a:ext cx="8268891" cy="0"/>
          </a:xfrm>
          <a:prstGeom prst="line">
            <a:avLst/>
          </a:prstGeom>
          <a:ln w="12700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40025DA-5880-5949-A056-5F0F19F396D7}"/>
              </a:ext>
            </a:extLst>
          </p:cNvPr>
          <p:cNvSpPr txBox="1">
            <a:spLocks/>
          </p:cNvSpPr>
          <p:nvPr userDrawn="1"/>
        </p:nvSpPr>
        <p:spPr>
          <a:xfrm>
            <a:off x="5619736" y="4829748"/>
            <a:ext cx="3086129" cy="93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defTabSz="914225">
              <a:lnSpc>
                <a:spcPct val="90000"/>
              </a:lnSpc>
              <a:spcAft>
                <a:spcPts val="600"/>
              </a:spcAft>
              <a:defRPr sz="900">
                <a:solidFill>
                  <a:schemeClr val="accent6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66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Confidential – Internal only </a:t>
            </a:r>
            <a:fld id="{CDA8CF92-FC37-A64A-8AA4-5DF2C811E7A1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68566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81036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44BC2-456D-0D4F-A0FE-CA8310144BFE}"/>
              </a:ext>
            </a:extLst>
          </p:cNvPr>
          <p:cNvSpPr txBox="1"/>
          <p:nvPr userDrawn="1"/>
        </p:nvSpPr>
        <p:spPr>
          <a:xfrm>
            <a:off x="-821192" y="-1102179"/>
            <a:ext cx="9095866" cy="6135461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21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D547BD7-AC55-6C40-A7CB-C9142C95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0" y="3250978"/>
            <a:ext cx="5473828" cy="761747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B99E381-3208-0344-80A7-E40B82122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4225965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446209-32A2-0D4B-A02D-6E6C8AE47D6F}"/>
              </a:ext>
            </a:extLst>
          </p:cNvPr>
          <p:cNvCxnSpPr>
            <a:cxnSpLocks/>
          </p:cNvCxnSpPr>
          <p:nvPr userDrawn="1"/>
        </p:nvCxnSpPr>
        <p:spPr>
          <a:xfrm>
            <a:off x="438150" y="4700316"/>
            <a:ext cx="8268891" cy="0"/>
          </a:xfrm>
          <a:prstGeom prst="line">
            <a:avLst/>
          </a:prstGeom>
          <a:ln w="12700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0E57CC7-163C-B847-9127-71FEC21CB88A}"/>
              </a:ext>
            </a:extLst>
          </p:cNvPr>
          <p:cNvSpPr txBox="1">
            <a:spLocks/>
          </p:cNvSpPr>
          <p:nvPr userDrawn="1"/>
        </p:nvSpPr>
        <p:spPr>
          <a:xfrm>
            <a:off x="5619736" y="4829748"/>
            <a:ext cx="3086129" cy="93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defTabSz="914225">
              <a:lnSpc>
                <a:spcPct val="90000"/>
              </a:lnSpc>
              <a:spcAft>
                <a:spcPts val="600"/>
              </a:spcAft>
              <a:defRPr sz="900">
                <a:solidFill>
                  <a:schemeClr val="accent6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66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Confidential – Internal only </a:t>
            </a:r>
            <a:fld id="{CDA8CF92-FC37-A64A-8AA4-5DF2C811E7A1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68566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4896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44BC2-456D-0D4F-A0FE-CA8310144BFE}"/>
              </a:ext>
            </a:extLst>
          </p:cNvPr>
          <p:cNvSpPr txBox="1"/>
          <p:nvPr userDrawn="1"/>
        </p:nvSpPr>
        <p:spPr>
          <a:xfrm>
            <a:off x="-821192" y="-1102179"/>
            <a:ext cx="9095866" cy="6135461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21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D547BD7-AC55-6C40-A7CB-C9142C95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0" y="3250978"/>
            <a:ext cx="5473828" cy="761747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B99E381-3208-0344-80A7-E40B82122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4225965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446209-32A2-0D4B-A02D-6E6C8AE47D6F}"/>
              </a:ext>
            </a:extLst>
          </p:cNvPr>
          <p:cNvCxnSpPr>
            <a:cxnSpLocks/>
          </p:cNvCxnSpPr>
          <p:nvPr userDrawn="1"/>
        </p:nvCxnSpPr>
        <p:spPr>
          <a:xfrm>
            <a:off x="438150" y="4700316"/>
            <a:ext cx="8268891" cy="0"/>
          </a:xfrm>
          <a:prstGeom prst="line">
            <a:avLst/>
          </a:prstGeom>
          <a:ln w="12700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127E473-81C3-9141-8742-48EFD1E9E45A}"/>
              </a:ext>
            </a:extLst>
          </p:cNvPr>
          <p:cNvSpPr txBox="1">
            <a:spLocks/>
          </p:cNvSpPr>
          <p:nvPr userDrawn="1"/>
        </p:nvSpPr>
        <p:spPr>
          <a:xfrm>
            <a:off x="5619736" y="4829748"/>
            <a:ext cx="3086129" cy="93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defTabSz="914225">
              <a:lnSpc>
                <a:spcPct val="90000"/>
              </a:lnSpc>
              <a:spcAft>
                <a:spcPts val="600"/>
              </a:spcAft>
              <a:defRPr sz="900">
                <a:solidFill>
                  <a:schemeClr val="accent6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66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Confidential – Internal only </a:t>
            </a:r>
            <a:fld id="{CDA8CF92-FC37-A64A-8AA4-5DF2C811E7A1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68566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19005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44BC2-456D-0D4F-A0FE-CA8310144BFE}"/>
              </a:ext>
            </a:extLst>
          </p:cNvPr>
          <p:cNvSpPr txBox="1"/>
          <p:nvPr userDrawn="1"/>
        </p:nvSpPr>
        <p:spPr>
          <a:xfrm>
            <a:off x="-821192" y="-1102179"/>
            <a:ext cx="9095866" cy="6135461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21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05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D547BD7-AC55-6C40-A7CB-C9142C95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0" y="3250978"/>
            <a:ext cx="5473828" cy="761747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B99E381-3208-0344-80A7-E40B82122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4225965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446209-32A2-0D4B-A02D-6E6C8AE47D6F}"/>
              </a:ext>
            </a:extLst>
          </p:cNvPr>
          <p:cNvCxnSpPr>
            <a:cxnSpLocks/>
          </p:cNvCxnSpPr>
          <p:nvPr userDrawn="1"/>
        </p:nvCxnSpPr>
        <p:spPr>
          <a:xfrm>
            <a:off x="438150" y="4700316"/>
            <a:ext cx="8268891" cy="0"/>
          </a:xfrm>
          <a:prstGeom prst="line">
            <a:avLst/>
          </a:prstGeom>
          <a:ln w="12700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9BCC3FF-9212-1A4D-B6CC-E7BAB6E34917}"/>
              </a:ext>
            </a:extLst>
          </p:cNvPr>
          <p:cNvSpPr txBox="1">
            <a:spLocks/>
          </p:cNvSpPr>
          <p:nvPr userDrawn="1"/>
        </p:nvSpPr>
        <p:spPr>
          <a:xfrm>
            <a:off x="5619736" y="4829748"/>
            <a:ext cx="3086129" cy="93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defTabSz="914225">
              <a:lnSpc>
                <a:spcPct val="90000"/>
              </a:lnSpc>
              <a:spcAft>
                <a:spcPts val="600"/>
              </a:spcAft>
              <a:defRPr sz="900">
                <a:solidFill>
                  <a:schemeClr val="accent6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66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Confidential – Internal only </a:t>
            </a:r>
            <a:fld id="{CDA8CF92-FC37-A64A-8AA4-5DF2C811E7A1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68566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89885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44BC2-456D-0D4F-A0FE-CA8310144BFE}"/>
              </a:ext>
            </a:extLst>
          </p:cNvPr>
          <p:cNvSpPr txBox="1"/>
          <p:nvPr userDrawn="1"/>
        </p:nvSpPr>
        <p:spPr>
          <a:xfrm>
            <a:off x="-821192" y="-1102179"/>
            <a:ext cx="9095866" cy="6135461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6857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21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D547BD7-AC55-6C40-A7CB-C9142C95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0" y="3250978"/>
            <a:ext cx="5473828" cy="761747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B99E381-3208-0344-80A7-E40B82122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532" y="4225965"/>
            <a:ext cx="3123437" cy="25391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5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446209-32A2-0D4B-A02D-6E6C8AE47D6F}"/>
              </a:ext>
            </a:extLst>
          </p:cNvPr>
          <p:cNvCxnSpPr>
            <a:cxnSpLocks/>
          </p:cNvCxnSpPr>
          <p:nvPr userDrawn="1"/>
        </p:nvCxnSpPr>
        <p:spPr>
          <a:xfrm>
            <a:off x="438150" y="4700316"/>
            <a:ext cx="8268891" cy="0"/>
          </a:xfrm>
          <a:prstGeom prst="line">
            <a:avLst/>
          </a:prstGeom>
          <a:ln w="12700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0746CF9-0210-E241-8CC0-D4536C169E5A}"/>
              </a:ext>
            </a:extLst>
          </p:cNvPr>
          <p:cNvSpPr txBox="1">
            <a:spLocks/>
          </p:cNvSpPr>
          <p:nvPr userDrawn="1"/>
        </p:nvSpPr>
        <p:spPr>
          <a:xfrm>
            <a:off x="5619736" y="4829748"/>
            <a:ext cx="3086129" cy="93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 defTabSz="914225">
              <a:lnSpc>
                <a:spcPct val="90000"/>
              </a:lnSpc>
              <a:spcAft>
                <a:spcPts val="600"/>
              </a:spcAft>
              <a:defRPr sz="900">
                <a:solidFill>
                  <a:schemeClr val="accent6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66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Confidential – Internal only </a:t>
            </a:r>
            <a:fld id="{CDA8CF92-FC37-A64A-8AA4-5DF2C811E7A1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68566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362705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330118-7E69-4295-8E46-2D3C12A61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BBAA7F-5B33-4C2D-834A-3AA3431DE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11824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Nav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729F02E-C568-4079-80DB-8AF35FDEB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FFFFFF"/>
                </a:solidFill>
              </a:rPr>
              <a:t>Microsoft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6A942DB-9933-4199-B223-8A9AF3F2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FFFFFF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224200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979C7A1-5DB9-493E-B3C9-715A64CE0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FFFFFF"/>
                </a:solidFill>
              </a:rPr>
              <a:t>Microsoft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13BE040-8B17-4BFF-A007-D82BBBEDF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FFFFFF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85481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CC2AF9-DDBE-4701-8765-2DD4889CA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FFFFFF"/>
                </a:solidFill>
              </a:rPr>
              <a:t>Microsoft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B23B171-018F-4FCA-888B-6B7146E7C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FFFFFF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83491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Numbered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8F2C41-5A30-1248-BC80-9A37B665EECC}"/>
              </a:ext>
            </a:extLst>
          </p:cNvPr>
          <p:cNvSpPr txBox="1"/>
          <p:nvPr userDrawn="1"/>
        </p:nvSpPr>
        <p:spPr>
          <a:xfrm flipH="1">
            <a:off x="438150" y="1261761"/>
            <a:ext cx="1196579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8F0A3-9593-8B46-BA55-A0F722402788}"/>
              </a:ext>
            </a:extLst>
          </p:cNvPr>
          <p:cNvSpPr txBox="1"/>
          <p:nvPr userDrawn="1"/>
        </p:nvSpPr>
        <p:spPr>
          <a:xfrm flipH="1">
            <a:off x="1828800" y="1261761"/>
            <a:ext cx="1220391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45E50-A071-0142-989D-F328676D8802}"/>
              </a:ext>
            </a:extLst>
          </p:cNvPr>
          <p:cNvSpPr txBox="1"/>
          <p:nvPr userDrawn="1"/>
        </p:nvSpPr>
        <p:spPr>
          <a:xfrm flipH="1">
            <a:off x="3237945" y="1261761"/>
            <a:ext cx="1234490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14F22-4D74-7342-860E-4B18A66D7E4D}"/>
              </a:ext>
            </a:extLst>
          </p:cNvPr>
          <p:cNvSpPr txBox="1"/>
          <p:nvPr userDrawn="1"/>
        </p:nvSpPr>
        <p:spPr>
          <a:xfrm flipH="1">
            <a:off x="4600320" y="1261761"/>
            <a:ext cx="1276271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A38B9-D596-324E-B56C-86272052ED71}"/>
              </a:ext>
            </a:extLst>
          </p:cNvPr>
          <p:cNvSpPr txBox="1"/>
          <p:nvPr userDrawn="1"/>
        </p:nvSpPr>
        <p:spPr>
          <a:xfrm flipH="1">
            <a:off x="6000749" y="1261761"/>
            <a:ext cx="1289447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A766-019D-D747-8BF8-A6BB5F9B0D2A}"/>
              </a:ext>
            </a:extLst>
          </p:cNvPr>
          <p:cNvSpPr txBox="1"/>
          <p:nvPr userDrawn="1"/>
        </p:nvSpPr>
        <p:spPr>
          <a:xfrm flipH="1">
            <a:off x="7400925" y="1261761"/>
            <a:ext cx="1306116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3D296-5303-4A40-AC03-A80B718ABEE0}"/>
              </a:ext>
            </a:extLst>
          </p:cNvPr>
          <p:cNvSpPr txBox="1"/>
          <p:nvPr userDrawn="1"/>
        </p:nvSpPr>
        <p:spPr>
          <a:xfrm flipH="1">
            <a:off x="438150" y="3026268"/>
            <a:ext cx="1196579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091C67-5938-734E-B7A2-BD95A68B67E6}"/>
              </a:ext>
            </a:extLst>
          </p:cNvPr>
          <p:cNvSpPr txBox="1"/>
          <p:nvPr userDrawn="1"/>
        </p:nvSpPr>
        <p:spPr>
          <a:xfrm flipH="1">
            <a:off x="1828800" y="3026268"/>
            <a:ext cx="1220391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67942-3EF0-2141-89C0-47BA2F77054B}"/>
              </a:ext>
            </a:extLst>
          </p:cNvPr>
          <p:cNvSpPr txBox="1"/>
          <p:nvPr userDrawn="1"/>
        </p:nvSpPr>
        <p:spPr>
          <a:xfrm flipH="1">
            <a:off x="3237945" y="3026268"/>
            <a:ext cx="1234490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066549-A02E-E44F-96D7-F0B171B059E3}"/>
              </a:ext>
            </a:extLst>
          </p:cNvPr>
          <p:cNvSpPr txBox="1"/>
          <p:nvPr userDrawn="1"/>
        </p:nvSpPr>
        <p:spPr>
          <a:xfrm flipH="1">
            <a:off x="4600320" y="3026268"/>
            <a:ext cx="1276271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C6871-7F8D-4545-9CE1-97DF89587969}"/>
              </a:ext>
            </a:extLst>
          </p:cNvPr>
          <p:cNvSpPr txBox="1"/>
          <p:nvPr userDrawn="1"/>
        </p:nvSpPr>
        <p:spPr>
          <a:xfrm flipH="1">
            <a:off x="6000749" y="3026268"/>
            <a:ext cx="1289447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CD1BBA-EDFD-9E48-8219-788B491881B6}"/>
              </a:ext>
            </a:extLst>
          </p:cNvPr>
          <p:cNvSpPr txBox="1"/>
          <p:nvPr userDrawn="1"/>
        </p:nvSpPr>
        <p:spPr>
          <a:xfrm flipH="1">
            <a:off x="7400925" y="3026268"/>
            <a:ext cx="1306116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12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0B9755-980E-B04E-95D6-C276F382D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4B2888-1E67-E04C-894E-926FC1FD8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0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33BC1A1-9771-5646-BEE1-9E5EEAED26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8975" y="1787103"/>
            <a:ext cx="128587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B558C13-2A32-8A4B-856B-2AB00C477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576" y="1787103"/>
            <a:ext cx="1314449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DFF8B5E8-017D-9448-B30F-CD659C221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0750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3243079-7E64-8247-A7DE-8C677FA6F5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00925" y="1787103"/>
            <a:ext cx="1306116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5EF34EC-5A49-5E44-8FF1-785ECE15E3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8150" y="3566086"/>
            <a:ext cx="130492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1815091A-D110-584B-AB6E-643B6462EE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28800" y="3566086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DBBF8BC8-BC7B-004B-A427-B1F9D8D919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28975" y="3566086"/>
            <a:ext cx="128587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844592AA-1A9A-8E46-B40A-8739500A22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00576" y="3566086"/>
            <a:ext cx="1314449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6E747F9F-4D5A-1E4C-92B5-549F887E87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00750" y="3566086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F878EC20-6567-6B45-AE19-F3465093EE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0925" y="3566086"/>
            <a:ext cx="1306116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A3253A-CBC3-A644-9057-A616EFD62183}"/>
              </a:ext>
            </a:extLst>
          </p:cNvPr>
          <p:cNvCxnSpPr>
            <a:cxnSpLocks/>
          </p:cNvCxnSpPr>
          <p:nvPr userDrawn="1"/>
        </p:nvCxnSpPr>
        <p:spPr>
          <a:xfrm>
            <a:off x="438150" y="1697530"/>
            <a:ext cx="1304925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FA9607-273B-BF42-A068-8D930E44C050}"/>
              </a:ext>
            </a:extLst>
          </p:cNvPr>
          <p:cNvCxnSpPr>
            <a:cxnSpLocks/>
          </p:cNvCxnSpPr>
          <p:nvPr userDrawn="1"/>
        </p:nvCxnSpPr>
        <p:spPr>
          <a:xfrm>
            <a:off x="1828800" y="1697530"/>
            <a:ext cx="1314450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FB5306-5527-0B40-80C7-DB5C8423B952}"/>
              </a:ext>
            </a:extLst>
          </p:cNvPr>
          <p:cNvCxnSpPr>
            <a:cxnSpLocks/>
          </p:cNvCxnSpPr>
          <p:nvPr userDrawn="1"/>
        </p:nvCxnSpPr>
        <p:spPr>
          <a:xfrm>
            <a:off x="3235116" y="1695675"/>
            <a:ext cx="1279734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971A8C-E65D-6B49-ADA2-293469DDD7BC}"/>
              </a:ext>
            </a:extLst>
          </p:cNvPr>
          <p:cNvCxnSpPr>
            <a:cxnSpLocks/>
          </p:cNvCxnSpPr>
          <p:nvPr userDrawn="1"/>
        </p:nvCxnSpPr>
        <p:spPr>
          <a:xfrm>
            <a:off x="4600654" y="1697530"/>
            <a:ext cx="131437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1A700F-7F45-F94C-A435-F7EE30C70A7E}"/>
              </a:ext>
            </a:extLst>
          </p:cNvPr>
          <p:cNvCxnSpPr>
            <a:cxnSpLocks/>
          </p:cNvCxnSpPr>
          <p:nvPr userDrawn="1"/>
        </p:nvCxnSpPr>
        <p:spPr>
          <a:xfrm>
            <a:off x="5998180" y="1697530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1346A5-A33F-5946-9543-99C299D786AC}"/>
              </a:ext>
            </a:extLst>
          </p:cNvPr>
          <p:cNvCxnSpPr>
            <a:cxnSpLocks/>
          </p:cNvCxnSpPr>
          <p:nvPr userDrawn="1"/>
        </p:nvCxnSpPr>
        <p:spPr>
          <a:xfrm>
            <a:off x="438150" y="3458073"/>
            <a:ext cx="1304925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4EA3CD-0BD7-E747-A4EB-45424A3C1987}"/>
              </a:ext>
            </a:extLst>
          </p:cNvPr>
          <p:cNvCxnSpPr>
            <a:cxnSpLocks/>
          </p:cNvCxnSpPr>
          <p:nvPr userDrawn="1"/>
        </p:nvCxnSpPr>
        <p:spPr>
          <a:xfrm>
            <a:off x="1828800" y="3458073"/>
            <a:ext cx="1314450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B66C269-8DE0-714D-AB7A-BA133A81E3C7}"/>
              </a:ext>
            </a:extLst>
          </p:cNvPr>
          <p:cNvCxnSpPr>
            <a:cxnSpLocks/>
          </p:cNvCxnSpPr>
          <p:nvPr userDrawn="1"/>
        </p:nvCxnSpPr>
        <p:spPr>
          <a:xfrm>
            <a:off x="3235116" y="3456218"/>
            <a:ext cx="1279734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539B16-CE2C-3A4D-B528-4C530EFD148D}"/>
              </a:ext>
            </a:extLst>
          </p:cNvPr>
          <p:cNvCxnSpPr>
            <a:cxnSpLocks/>
          </p:cNvCxnSpPr>
          <p:nvPr userDrawn="1"/>
        </p:nvCxnSpPr>
        <p:spPr>
          <a:xfrm>
            <a:off x="4600654" y="3458073"/>
            <a:ext cx="131437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A683FC3-D470-6642-8CD2-833A816B7C06}"/>
              </a:ext>
            </a:extLst>
          </p:cNvPr>
          <p:cNvCxnSpPr>
            <a:cxnSpLocks/>
          </p:cNvCxnSpPr>
          <p:nvPr userDrawn="1"/>
        </p:nvCxnSpPr>
        <p:spPr>
          <a:xfrm>
            <a:off x="5998179" y="3458073"/>
            <a:ext cx="131702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214ADD-C013-AD4B-9259-B4C0DF103505}"/>
              </a:ext>
            </a:extLst>
          </p:cNvPr>
          <p:cNvCxnSpPr>
            <a:cxnSpLocks/>
          </p:cNvCxnSpPr>
          <p:nvPr userDrawn="1"/>
        </p:nvCxnSpPr>
        <p:spPr>
          <a:xfrm>
            <a:off x="7415023" y="1689365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60070C8-183F-C043-835B-D2D13758DA7B}"/>
              </a:ext>
            </a:extLst>
          </p:cNvPr>
          <p:cNvCxnSpPr>
            <a:cxnSpLocks/>
          </p:cNvCxnSpPr>
          <p:nvPr userDrawn="1"/>
        </p:nvCxnSpPr>
        <p:spPr>
          <a:xfrm>
            <a:off x="7415023" y="3449909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A121B5B0-D86E-714A-AD4D-AE5C8117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507831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300" b="0" kern="1200" cap="none" spc="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2533A365-6B39-4527-855B-F6BC2552B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F34E0601-1B6B-4C1C-BC8D-DB3DC9ACA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390207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onth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8F2C41-5A30-1248-BC80-9A37B665EECC}"/>
              </a:ext>
            </a:extLst>
          </p:cNvPr>
          <p:cNvSpPr txBox="1"/>
          <p:nvPr userDrawn="1"/>
        </p:nvSpPr>
        <p:spPr>
          <a:xfrm flipH="1">
            <a:off x="438150" y="1261761"/>
            <a:ext cx="1196579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Jan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8F0A3-9593-8B46-BA55-A0F722402788}"/>
              </a:ext>
            </a:extLst>
          </p:cNvPr>
          <p:cNvSpPr txBox="1"/>
          <p:nvPr userDrawn="1"/>
        </p:nvSpPr>
        <p:spPr>
          <a:xfrm flipH="1">
            <a:off x="1828800" y="1261761"/>
            <a:ext cx="1220391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Feb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45E50-A071-0142-989D-F328676D8802}"/>
              </a:ext>
            </a:extLst>
          </p:cNvPr>
          <p:cNvSpPr txBox="1"/>
          <p:nvPr userDrawn="1"/>
        </p:nvSpPr>
        <p:spPr>
          <a:xfrm flipH="1">
            <a:off x="3237945" y="1261761"/>
            <a:ext cx="1234490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Mar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14F22-4D74-7342-860E-4B18A66D7E4D}"/>
              </a:ext>
            </a:extLst>
          </p:cNvPr>
          <p:cNvSpPr txBox="1"/>
          <p:nvPr userDrawn="1"/>
        </p:nvSpPr>
        <p:spPr>
          <a:xfrm flipH="1">
            <a:off x="4600320" y="1261761"/>
            <a:ext cx="1276271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Apr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A38B9-D596-324E-B56C-86272052ED71}"/>
              </a:ext>
            </a:extLst>
          </p:cNvPr>
          <p:cNvSpPr txBox="1"/>
          <p:nvPr userDrawn="1"/>
        </p:nvSpPr>
        <p:spPr>
          <a:xfrm flipH="1">
            <a:off x="6000749" y="1261761"/>
            <a:ext cx="1289447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May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A766-019D-D747-8BF8-A6BB5F9B0D2A}"/>
              </a:ext>
            </a:extLst>
          </p:cNvPr>
          <p:cNvSpPr txBox="1"/>
          <p:nvPr userDrawn="1"/>
        </p:nvSpPr>
        <p:spPr>
          <a:xfrm flipH="1">
            <a:off x="7400925" y="1261761"/>
            <a:ext cx="1306116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Jun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3D296-5303-4A40-AC03-A80B718ABEE0}"/>
              </a:ext>
            </a:extLst>
          </p:cNvPr>
          <p:cNvSpPr txBox="1"/>
          <p:nvPr userDrawn="1"/>
        </p:nvSpPr>
        <p:spPr>
          <a:xfrm flipH="1">
            <a:off x="438150" y="3026268"/>
            <a:ext cx="1196579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Jul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091C67-5938-734E-B7A2-BD95A68B67E6}"/>
              </a:ext>
            </a:extLst>
          </p:cNvPr>
          <p:cNvSpPr txBox="1"/>
          <p:nvPr userDrawn="1"/>
        </p:nvSpPr>
        <p:spPr>
          <a:xfrm flipH="1">
            <a:off x="1828800" y="3026268"/>
            <a:ext cx="1220391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Aug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67942-3EF0-2141-89C0-47BA2F77054B}"/>
              </a:ext>
            </a:extLst>
          </p:cNvPr>
          <p:cNvSpPr txBox="1"/>
          <p:nvPr userDrawn="1"/>
        </p:nvSpPr>
        <p:spPr>
          <a:xfrm flipH="1">
            <a:off x="3237945" y="3026268"/>
            <a:ext cx="1234490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066549-A02E-E44F-96D7-F0B171B059E3}"/>
              </a:ext>
            </a:extLst>
          </p:cNvPr>
          <p:cNvSpPr txBox="1"/>
          <p:nvPr userDrawn="1"/>
        </p:nvSpPr>
        <p:spPr>
          <a:xfrm flipH="1">
            <a:off x="4600320" y="3026268"/>
            <a:ext cx="1276271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Oct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C6871-7F8D-4545-9CE1-97DF89587969}"/>
              </a:ext>
            </a:extLst>
          </p:cNvPr>
          <p:cNvSpPr txBox="1"/>
          <p:nvPr userDrawn="1"/>
        </p:nvSpPr>
        <p:spPr>
          <a:xfrm flipH="1">
            <a:off x="6000749" y="3026268"/>
            <a:ext cx="1289447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Nov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CD1BBA-EDFD-9E48-8219-788B491881B6}"/>
              </a:ext>
            </a:extLst>
          </p:cNvPr>
          <p:cNvSpPr txBox="1"/>
          <p:nvPr userDrawn="1"/>
        </p:nvSpPr>
        <p:spPr>
          <a:xfrm flipH="1">
            <a:off x="7400925" y="3026268"/>
            <a:ext cx="1306116" cy="435769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Dec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0B9755-980E-B04E-95D6-C276F382D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4B2888-1E67-E04C-894E-926FC1FD8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0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33BC1A1-9771-5646-BEE1-9E5EEAED26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8975" y="1787103"/>
            <a:ext cx="128587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B558C13-2A32-8A4B-856B-2AB00C477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576" y="1787103"/>
            <a:ext cx="1314449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DFF8B5E8-017D-9448-B30F-CD659C221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0750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3243079-7E64-8247-A7DE-8C677FA6F5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00925" y="1787103"/>
            <a:ext cx="1306116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5EF34EC-5A49-5E44-8FF1-785ECE15E3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8150" y="3566086"/>
            <a:ext cx="130492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1815091A-D110-584B-AB6E-643B6462EE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28800" y="3566086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DBBF8BC8-BC7B-004B-A427-B1F9D8D919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28975" y="3566086"/>
            <a:ext cx="128587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844592AA-1A9A-8E46-B40A-8739500A22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00576" y="3566086"/>
            <a:ext cx="1314449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6E747F9F-4D5A-1E4C-92B5-549F887E87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00751" y="3566086"/>
            <a:ext cx="1289447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F878EC20-6567-6B45-AE19-F3465093EE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0925" y="3566086"/>
            <a:ext cx="1306116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A3253A-CBC3-A644-9057-A616EFD62183}"/>
              </a:ext>
            </a:extLst>
          </p:cNvPr>
          <p:cNvCxnSpPr>
            <a:cxnSpLocks/>
          </p:cNvCxnSpPr>
          <p:nvPr userDrawn="1"/>
        </p:nvCxnSpPr>
        <p:spPr>
          <a:xfrm>
            <a:off x="438150" y="1697530"/>
            <a:ext cx="1304925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FA9607-273B-BF42-A068-8D930E44C050}"/>
              </a:ext>
            </a:extLst>
          </p:cNvPr>
          <p:cNvCxnSpPr>
            <a:cxnSpLocks/>
          </p:cNvCxnSpPr>
          <p:nvPr userDrawn="1"/>
        </p:nvCxnSpPr>
        <p:spPr>
          <a:xfrm>
            <a:off x="1828800" y="1697530"/>
            <a:ext cx="1314450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FB5306-5527-0B40-80C7-DB5C8423B952}"/>
              </a:ext>
            </a:extLst>
          </p:cNvPr>
          <p:cNvCxnSpPr>
            <a:cxnSpLocks/>
          </p:cNvCxnSpPr>
          <p:nvPr userDrawn="1"/>
        </p:nvCxnSpPr>
        <p:spPr>
          <a:xfrm>
            <a:off x="3235116" y="1695675"/>
            <a:ext cx="1279734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971A8C-E65D-6B49-ADA2-293469DDD7BC}"/>
              </a:ext>
            </a:extLst>
          </p:cNvPr>
          <p:cNvCxnSpPr>
            <a:cxnSpLocks/>
          </p:cNvCxnSpPr>
          <p:nvPr userDrawn="1"/>
        </p:nvCxnSpPr>
        <p:spPr>
          <a:xfrm>
            <a:off x="4600654" y="1697530"/>
            <a:ext cx="131437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1A700F-7F45-F94C-A435-F7EE30C70A7E}"/>
              </a:ext>
            </a:extLst>
          </p:cNvPr>
          <p:cNvCxnSpPr>
            <a:cxnSpLocks/>
          </p:cNvCxnSpPr>
          <p:nvPr userDrawn="1"/>
        </p:nvCxnSpPr>
        <p:spPr>
          <a:xfrm>
            <a:off x="5998180" y="1697530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1346A5-A33F-5946-9543-99C299D786AC}"/>
              </a:ext>
            </a:extLst>
          </p:cNvPr>
          <p:cNvCxnSpPr>
            <a:cxnSpLocks/>
          </p:cNvCxnSpPr>
          <p:nvPr userDrawn="1"/>
        </p:nvCxnSpPr>
        <p:spPr>
          <a:xfrm>
            <a:off x="438150" y="3458073"/>
            <a:ext cx="1304925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4EA3CD-0BD7-E747-A4EB-45424A3C1987}"/>
              </a:ext>
            </a:extLst>
          </p:cNvPr>
          <p:cNvCxnSpPr>
            <a:cxnSpLocks/>
          </p:cNvCxnSpPr>
          <p:nvPr userDrawn="1"/>
        </p:nvCxnSpPr>
        <p:spPr>
          <a:xfrm>
            <a:off x="1828800" y="3458073"/>
            <a:ext cx="1314450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B66C269-8DE0-714D-AB7A-BA133A81E3C7}"/>
              </a:ext>
            </a:extLst>
          </p:cNvPr>
          <p:cNvCxnSpPr>
            <a:cxnSpLocks/>
          </p:cNvCxnSpPr>
          <p:nvPr userDrawn="1"/>
        </p:nvCxnSpPr>
        <p:spPr>
          <a:xfrm>
            <a:off x="3235116" y="3456218"/>
            <a:ext cx="1279734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539B16-CE2C-3A4D-B528-4C530EFD148D}"/>
              </a:ext>
            </a:extLst>
          </p:cNvPr>
          <p:cNvCxnSpPr>
            <a:cxnSpLocks/>
          </p:cNvCxnSpPr>
          <p:nvPr userDrawn="1"/>
        </p:nvCxnSpPr>
        <p:spPr>
          <a:xfrm>
            <a:off x="4600654" y="3458073"/>
            <a:ext cx="131437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A683FC3-D470-6642-8CD2-833A816B7C06}"/>
              </a:ext>
            </a:extLst>
          </p:cNvPr>
          <p:cNvCxnSpPr>
            <a:cxnSpLocks/>
          </p:cNvCxnSpPr>
          <p:nvPr userDrawn="1"/>
        </p:nvCxnSpPr>
        <p:spPr>
          <a:xfrm>
            <a:off x="5998179" y="3458073"/>
            <a:ext cx="131702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214ADD-C013-AD4B-9259-B4C0DF103505}"/>
              </a:ext>
            </a:extLst>
          </p:cNvPr>
          <p:cNvCxnSpPr>
            <a:cxnSpLocks/>
          </p:cNvCxnSpPr>
          <p:nvPr userDrawn="1"/>
        </p:nvCxnSpPr>
        <p:spPr>
          <a:xfrm>
            <a:off x="7415023" y="1689365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60070C8-183F-C043-835B-D2D13758DA7B}"/>
              </a:ext>
            </a:extLst>
          </p:cNvPr>
          <p:cNvCxnSpPr>
            <a:cxnSpLocks/>
          </p:cNvCxnSpPr>
          <p:nvPr userDrawn="1"/>
        </p:nvCxnSpPr>
        <p:spPr>
          <a:xfrm>
            <a:off x="7415023" y="3449909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A121B5B0-D86E-714A-AD4D-AE5C8117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507831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300" b="0" kern="1200" cap="none" spc="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1CB59D0E-3483-4788-94CE-219A5C05F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6E36EA7-CB06-4ADF-8688-B244FE631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3289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eek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8F2C41-5A30-1248-BC80-9A37B665EECC}"/>
              </a:ext>
            </a:extLst>
          </p:cNvPr>
          <p:cNvSpPr txBox="1"/>
          <p:nvPr userDrawn="1"/>
        </p:nvSpPr>
        <p:spPr>
          <a:xfrm flipH="1">
            <a:off x="438150" y="1351128"/>
            <a:ext cx="1196579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8F0A3-9593-8B46-BA55-A0F722402788}"/>
              </a:ext>
            </a:extLst>
          </p:cNvPr>
          <p:cNvSpPr txBox="1"/>
          <p:nvPr userDrawn="1"/>
        </p:nvSpPr>
        <p:spPr>
          <a:xfrm flipH="1">
            <a:off x="1828800" y="1351128"/>
            <a:ext cx="1220391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45E50-A071-0142-989D-F328676D8802}"/>
              </a:ext>
            </a:extLst>
          </p:cNvPr>
          <p:cNvSpPr txBox="1"/>
          <p:nvPr userDrawn="1"/>
        </p:nvSpPr>
        <p:spPr>
          <a:xfrm flipH="1">
            <a:off x="3237944" y="1351128"/>
            <a:ext cx="1234490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14F22-4D74-7342-860E-4B18A66D7E4D}"/>
              </a:ext>
            </a:extLst>
          </p:cNvPr>
          <p:cNvSpPr txBox="1"/>
          <p:nvPr userDrawn="1"/>
        </p:nvSpPr>
        <p:spPr>
          <a:xfrm flipH="1">
            <a:off x="4600319" y="1351128"/>
            <a:ext cx="1276271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A38B9-D596-324E-B56C-86272052ED71}"/>
              </a:ext>
            </a:extLst>
          </p:cNvPr>
          <p:cNvSpPr txBox="1"/>
          <p:nvPr userDrawn="1"/>
        </p:nvSpPr>
        <p:spPr>
          <a:xfrm flipH="1">
            <a:off x="6000749" y="1351128"/>
            <a:ext cx="1289447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A766-019D-D747-8BF8-A6BB5F9B0D2A}"/>
              </a:ext>
            </a:extLst>
          </p:cNvPr>
          <p:cNvSpPr txBox="1"/>
          <p:nvPr userDrawn="1"/>
        </p:nvSpPr>
        <p:spPr>
          <a:xfrm flipH="1">
            <a:off x="7400925" y="1351128"/>
            <a:ext cx="1306116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3D296-5303-4A40-AC03-A80B718ABEE0}"/>
              </a:ext>
            </a:extLst>
          </p:cNvPr>
          <p:cNvSpPr txBox="1"/>
          <p:nvPr userDrawn="1"/>
        </p:nvSpPr>
        <p:spPr>
          <a:xfrm flipH="1">
            <a:off x="438150" y="3115635"/>
            <a:ext cx="1196579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091C67-5938-734E-B7A2-BD95A68B67E6}"/>
              </a:ext>
            </a:extLst>
          </p:cNvPr>
          <p:cNvSpPr txBox="1"/>
          <p:nvPr userDrawn="1"/>
        </p:nvSpPr>
        <p:spPr>
          <a:xfrm flipH="1">
            <a:off x="1828800" y="3115635"/>
            <a:ext cx="1220391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67942-3EF0-2141-89C0-47BA2F77054B}"/>
              </a:ext>
            </a:extLst>
          </p:cNvPr>
          <p:cNvSpPr txBox="1"/>
          <p:nvPr userDrawn="1"/>
        </p:nvSpPr>
        <p:spPr>
          <a:xfrm flipH="1">
            <a:off x="3237944" y="3115635"/>
            <a:ext cx="1234490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066549-A02E-E44F-96D7-F0B171B059E3}"/>
              </a:ext>
            </a:extLst>
          </p:cNvPr>
          <p:cNvSpPr txBox="1"/>
          <p:nvPr userDrawn="1"/>
        </p:nvSpPr>
        <p:spPr>
          <a:xfrm flipH="1">
            <a:off x="4600319" y="3115635"/>
            <a:ext cx="1276271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C6871-7F8D-4545-9CE1-97DF89587969}"/>
              </a:ext>
            </a:extLst>
          </p:cNvPr>
          <p:cNvSpPr txBox="1"/>
          <p:nvPr userDrawn="1"/>
        </p:nvSpPr>
        <p:spPr>
          <a:xfrm flipH="1">
            <a:off x="6000749" y="3115635"/>
            <a:ext cx="1289447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CD1BBA-EDFD-9E48-8219-788B491881B6}"/>
              </a:ext>
            </a:extLst>
          </p:cNvPr>
          <p:cNvSpPr txBox="1"/>
          <p:nvPr userDrawn="1"/>
        </p:nvSpPr>
        <p:spPr>
          <a:xfrm flipH="1">
            <a:off x="7400925" y="3115635"/>
            <a:ext cx="1306116" cy="346402"/>
          </a:xfrm>
          <a:prstGeom prst="rect">
            <a:avLst/>
          </a:prstGeom>
          <a:noFill/>
        </p:spPr>
        <p:txBody>
          <a:bodyPr wrap="square" lIns="67500" tIns="0" rIns="0" bIns="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Week 12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0B9755-980E-B04E-95D6-C276F382D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625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4B2888-1E67-E04C-894E-926FC1FD8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0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33BC1A1-9771-5646-BEE1-9E5EEAED26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8975" y="1787103"/>
            <a:ext cx="128587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B558C13-2A32-8A4B-856B-2AB00C477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576" y="1787103"/>
            <a:ext cx="1314449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DFF8B5E8-017D-9448-B30F-CD659C221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0750" y="1787103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3243079-7E64-8247-A7DE-8C677FA6F5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00925" y="1787103"/>
            <a:ext cx="1306116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5EF34EC-5A49-5E44-8FF1-785ECE15E3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8150" y="3566086"/>
            <a:ext cx="130492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1815091A-D110-584B-AB6E-643B6462EE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28800" y="3566086"/>
            <a:ext cx="1314450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DBBF8BC8-BC7B-004B-A427-B1F9D8D919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28975" y="3566086"/>
            <a:ext cx="1285875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844592AA-1A9A-8E46-B40A-8739500A22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00576" y="3566086"/>
            <a:ext cx="1314449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6E747F9F-4D5A-1E4C-92B5-549F887E87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00751" y="3566086"/>
            <a:ext cx="1289447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F878EC20-6567-6B45-AE19-F3465093EE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0925" y="3566086"/>
            <a:ext cx="1306116" cy="323165"/>
          </a:xfrm>
        </p:spPr>
        <p:txBody>
          <a:bodyPr lIns="90000" anchor="t"/>
          <a:lstStyle>
            <a:lvl1pPr marL="0" indent="0">
              <a:buSzPct val="90000"/>
              <a:buFont typeface="Wingdings" pitchFamily="2" charset="2"/>
              <a:buNone/>
              <a:tabLst/>
              <a:defRPr sz="1050">
                <a:solidFill>
                  <a:schemeClr val="accent6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A3253A-CBC3-A644-9057-A616EFD62183}"/>
              </a:ext>
            </a:extLst>
          </p:cNvPr>
          <p:cNvCxnSpPr>
            <a:cxnSpLocks/>
          </p:cNvCxnSpPr>
          <p:nvPr userDrawn="1"/>
        </p:nvCxnSpPr>
        <p:spPr>
          <a:xfrm>
            <a:off x="438150" y="1697530"/>
            <a:ext cx="1304925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FA9607-273B-BF42-A068-8D930E44C050}"/>
              </a:ext>
            </a:extLst>
          </p:cNvPr>
          <p:cNvCxnSpPr>
            <a:cxnSpLocks/>
          </p:cNvCxnSpPr>
          <p:nvPr userDrawn="1"/>
        </p:nvCxnSpPr>
        <p:spPr>
          <a:xfrm>
            <a:off x="1828800" y="1697530"/>
            <a:ext cx="1314450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FB5306-5527-0B40-80C7-DB5C8423B952}"/>
              </a:ext>
            </a:extLst>
          </p:cNvPr>
          <p:cNvCxnSpPr>
            <a:cxnSpLocks/>
          </p:cNvCxnSpPr>
          <p:nvPr userDrawn="1"/>
        </p:nvCxnSpPr>
        <p:spPr>
          <a:xfrm>
            <a:off x="3235116" y="1695675"/>
            <a:ext cx="1279734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971A8C-E65D-6B49-ADA2-293469DDD7BC}"/>
              </a:ext>
            </a:extLst>
          </p:cNvPr>
          <p:cNvCxnSpPr>
            <a:cxnSpLocks/>
          </p:cNvCxnSpPr>
          <p:nvPr userDrawn="1"/>
        </p:nvCxnSpPr>
        <p:spPr>
          <a:xfrm>
            <a:off x="4600654" y="1697530"/>
            <a:ext cx="131437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1A700F-7F45-F94C-A435-F7EE30C70A7E}"/>
              </a:ext>
            </a:extLst>
          </p:cNvPr>
          <p:cNvCxnSpPr>
            <a:cxnSpLocks/>
          </p:cNvCxnSpPr>
          <p:nvPr userDrawn="1"/>
        </p:nvCxnSpPr>
        <p:spPr>
          <a:xfrm>
            <a:off x="5998180" y="1697530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1346A5-A33F-5946-9543-99C299D786AC}"/>
              </a:ext>
            </a:extLst>
          </p:cNvPr>
          <p:cNvCxnSpPr>
            <a:cxnSpLocks/>
          </p:cNvCxnSpPr>
          <p:nvPr userDrawn="1"/>
        </p:nvCxnSpPr>
        <p:spPr>
          <a:xfrm>
            <a:off x="438150" y="3458073"/>
            <a:ext cx="1304925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4EA3CD-0BD7-E747-A4EB-45424A3C1987}"/>
              </a:ext>
            </a:extLst>
          </p:cNvPr>
          <p:cNvCxnSpPr>
            <a:cxnSpLocks/>
          </p:cNvCxnSpPr>
          <p:nvPr userDrawn="1"/>
        </p:nvCxnSpPr>
        <p:spPr>
          <a:xfrm>
            <a:off x="1828800" y="3458073"/>
            <a:ext cx="1314450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B66C269-8DE0-714D-AB7A-BA133A81E3C7}"/>
              </a:ext>
            </a:extLst>
          </p:cNvPr>
          <p:cNvCxnSpPr>
            <a:cxnSpLocks/>
          </p:cNvCxnSpPr>
          <p:nvPr userDrawn="1"/>
        </p:nvCxnSpPr>
        <p:spPr>
          <a:xfrm>
            <a:off x="3235116" y="3456218"/>
            <a:ext cx="1279734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539B16-CE2C-3A4D-B528-4C530EFD148D}"/>
              </a:ext>
            </a:extLst>
          </p:cNvPr>
          <p:cNvCxnSpPr>
            <a:cxnSpLocks/>
          </p:cNvCxnSpPr>
          <p:nvPr userDrawn="1"/>
        </p:nvCxnSpPr>
        <p:spPr>
          <a:xfrm>
            <a:off x="4600654" y="3458073"/>
            <a:ext cx="131437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A683FC3-D470-6642-8CD2-833A816B7C06}"/>
              </a:ext>
            </a:extLst>
          </p:cNvPr>
          <p:cNvCxnSpPr>
            <a:cxnSpLocks/>
          </p:cNvCxnSpPr>
          <p:nvPr userDrawn="1"/>
        </p:nvCxnSpPr>
        <p:spPr>
          <a:xfrm>
            <a:off x="5998179" y="3458073"/>
            <a:ext cx="1317021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214ADD-C013-AD4B-9259-B4C0DF103505}"/>
              </a:ext>
            </a:extLst>
          </p:cNvPr>
          <p:cNvCxnSpPr>
            <a:cxnSpLocks/>
          </p:cNvCxnSpPr>
          <p:nvPr userDrawn="1"/>
        </p:nvCxnSpPr>
        <p:spPr>
          <a:xfrm>
            <a:off x="7415023" y="1689365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60070C8-183F-C043-835B-D2D13758DA7B}"/>
              </a:ext>
            </a:extLst>
          </p:cNvPr>
          <p:cNvCxnSpPr>
            <a:cxnSpLocks/>
          </p:cNvCxnSpPr>
          <p:nvPr userDrawn="1"/>
        </p:nvCxnSpPr>
        <p:spPr>
          <a:xfrm>
            <a:off x="7415023" y="3449909"/>
            <a:ext cx="1292018" cy="0"/>
          </a:xfrm>
          <a:prstGeom prst="line">
            <a:avLst/>
          </a:prstGeom>
          <a:ln w="25400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A121B5B0-D86E-714A-AD4D-AE5C8117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507831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300" b="0" kern="1200" cap="none" spc="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878CC1B1-AA6B-463B-A774-049792B3A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028E4364-080D-4863-8D44-AEE3D29D1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918918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11" y="449577"/>
            <a:ext cx="8263890" cy="415499"/>
          </a:xfrm>
        </p:spPr>
        <p:txBody>
          <a:bodyPr/>
          <a:lstStyle>
            <a:lvl1pPr algn="l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01B1E1-4A0C-4426-8AC4-8B354CF116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21077"/>
            <a:ext cx="9144000" cy="422423"/>
          </a:xfrm>
          <a:solidFill>
            <a:srgbClr val="FFFF99"/>
          </a:solidFill>
        </p:spPr>
        <p:txBody>
          <a:bodyPr lIns="91440" tIns="91440" rIns="91440" bIns="9144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285503383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B75A0920-A5C0-44B4-805C-2A21395BDE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38150" y="439341"/>
            <a:ext cx="1024684" cy="2194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A05CAAB-C386-EF47-9672-99832E904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0" y="3056498"/>
            <a:ext cx="5473828" cy="761747"/>
          </a:xfrm>
        </p:spPr>
        <p:txBody>
          <a:bodyPr wrap="square" anchor="b" anchorCtr="0">
            <a:spAutoFit/>
          </a:bodyPr>
          <a:lstStyle>
            <a:lvl1pPr>
              <a:defRPr sz="4950" b="1" i="0" spc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Thank you.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EA4229-0086-E64D-A616-33062EF62B34}"/>
              </a:ext>
            </a:extLst>
          </p:cNvPr>
          <p:cNvCxnSpPr>
            <a:cxnSpLocks/>
          </p:cNvCxnSpPr>
          <p:nvPr userDrawn="1"/>
        </p:nvCxnSpPr>
        <p:spPr>
          <a:xfrm>
            <a:off x="438150" y="4505836"/>
            <a:ext cx="8268891" cy="0"/>
          </a:xfrm>
          <a:prstGeom prst="line">
            <a:avLst/>
          </a:prstGeom>
          <a:ln w="1270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990A1EA-0184-4AE1-8858-D03AFEEF9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FFFFFF"/>
                </a:solidFill>
              </a:rPr>
              <a:t>Microsoft 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62410B6-6E3D-4CB2-A003-281A600A9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FFFFFF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165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79"/>
            <a:ext cx="3504438" cy="1090422"/>
          </a:xfr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18005-64E1-A662-B000-E349FE112C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699" y="1595566"/>
            <a:ext cx="3053186" cy="3060062"/>
          </a:xfrm>
          <a:custGeom>
            <a:avLst/>
            <a:gdLst>
              <a:gd name="connsiteX0" fmla="*/ 1073650 w 4070915"/>
              <a:gd name="connsiteY0" fmla="*/ 0 h 4080083"/>
              <a:gd name="connsiteX1" fmla="*/ 2035461 w 4070915"/>
              <a:gd name="connsiteY1" fmla="*/ 595703 h 4080083"/>
              <a:gd name="connsiteX2" fmla="*/ 2997271 w 4070915"/>
              <a:gd name="connsiteY2" fmla="*/ 0 h 4080083"/>
              <a:gd name="connsiteX3" fmla="*/ 4070915 w 4070915"/>
              <a:gd name="connsiteY3" fmla="*/ 1073119 h 4080083"/>
              <a:gd name="connsiteX4" fmla="*/ 3463512 w 4070915"/>
              <a:gd name="connsiteY4" fmla="*/ 2040042 h 4080083"/>
              <a:gd name="connsiteX5" fmla="*/ 4070915 w 4070915"/>
              <a:gd name="connsiteY5" fmla="*/ 3006964 h 4080083"/>
              <a:gd name="connsiteX6" fmla="*/ 2997271 w 4070915"/>
              <a:gd name="connsiteY6" fmla="*/ 4080083 h 4080083"/>
              <a:gd name="connsiteX7" fmla="*/ 2035461 w 4070915"/>
              <a:gd name="connsiteY7" fmla="*/ 3484378 h 4080083"/>
              <a:gd name="connsiteX8" fmla="*/ 1073650 w 4070915"/>
              <a:gd name="connsiteY8" fmla="*/ 4080083 h 4080083"/>
              <a:gd name="connsiteX9" fmla="*/ 0 w 4070915"/>
              <a:gd name="connsiteY9" fmla="*/ 3006964 h 4080083"/>
              <a:gd name="connsiteX10" fmla="*/ 607404 w 4070915"/>
              <a:gd name="connsiteY10" fmla="*/ 2040042 h 4080083"/>
              <a:gd name="connsiteX11" fmla="*/ 0 w 4070915"/>
              <a:gd name="connsiteY11" fmla="*/ 1073119 h 4080083"/>
              <a:gd name="connsiteX12" fmla="*/ 1073650 w 4070915"/>
              <a:gd name="connsiteY12" fmla="*/ 0 h 408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70915" h="4080083">
                <a:moveTo>
                  <a:pt x="1073650" y="0"/>
                </a:moveTo>
                <a:cubicBezTo>
                  <a:pt x="1495016" y="0"/>
                  <a:pt x="1859684" y="242613"/>
                  <a:pt x="2035461" y="595703"/>
                </a:cubicBezTo>
                <a:cubicBezTo>
                  <a:pt x="2211237" y="242613"/>
                  <a:pt x="2575906" y="0"/>
                  <a:pt x="2997271" y="0"/>
                </a:cubicBezTo>
                <a:cubicBezTo>
                  <a:pt x="3590232" y="0"/>
                  <a:pt x="4070915" y="480451"/>
                  <a:pt x="4070915" y="1073119"/>
                </a:cubicBezTo>
                <a:cubicBezTo>
                  <a:pt x="4070915" y="1498792"/>
                  <a:pt x="3822946" y="1866578"/>
                  <a:pt x="3463512" y="2040042"/>
                </a:cubicBezTo>
                <a:cubicBezTo>
                  <a:pt x="3822946" y="2213505"/>
                  <a:pt x="4070915" y="2581291"/>
                  <a:pt x="4070915" y="3006964"/>
                </a:cubicBezTo>
                <a:cubicBezTo>
                  <a:pt x="4070915" y="3599631"/>
                  <a:pt x="3590232" y="4080083"/>
                  <a:pt x="2997271" y="4080083"/>
                </a:cubicBezTo>
                <a:cubicBezTo>
                  <a:pt x="2575906" y="4080083"/>
                  <a:pt x="2211237" y="3837469"/>
                  <a:pt x="2035461" y="3484378"/>
                </a:cubicBezTo>
                <a:cubicBezTo>
                  <a:pt x="1859684" y="3837469"/>
                  <a:pt x="1495016" y="4080083"/>
                  <a:pt x="1073650" y="4080083"/>
                </a:cubicBezTo>
                <a:cubicBezTo>
                  <a:pt x="480689" y="4080083"/>
                  <a:pt x="0" y="3599631"/>
                  <a:pt x="0" y="3006964"/>
                </a:cubicBezTo>
                <a:cubicBezTo>
                  <a:pt x="0" y="2581291"/>
                  <a:pt x="247969" y="2213505"/>
                  <a:pt x="607404" y="2040042"/>
                </a:cubicBezTo>
                <a:cubicBezTo>
                  <a:pt x="247969" y="1866578"/>
                  <a:pt x="0" y="1498792"/>
                  <a:pt x="0" y="1073119"/>
                </a:cubicBezTo>
                <a:cubicBezTo>
                  <a:pt x="0" y="480451"/>
                  <a:pt x="480689" y="0"/>
                  <a:pt x="1073650" y="0"/>
                </a:cubicBezTo>
                <a:close/>
              </a:path>
            </a:pathLst>
          </a:custGeom>
          <a:blipFill>
            <a:blip r:embed="rId2" cstate="email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5071" y="411957"/>
            <a:ext cx="4189444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AAF10-8331-6053-602B-8BFE346EFEB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C9B87-20C9-BDAD-1868-4EB109DC876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71E51-9AED-8E94-9BC1-B38B2D91128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869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0A85EB-533B-565D-02A1-1440F10E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308" y="487873"/>
            <a:ext cx="3246492" cy="927272"/>
          </a:xfrm>
        </p:spPr>
        <p:txBody>
          <a:bodyPr anchor="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2A7FE-77C2-D057-F7B5-5CBC570CB6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5887" y="536007"/>
            <a:ext cx="4062338" cy="4071487"/>
          </a:xfrm>
          <a:custGeom>
            <a:avLst/>
            <a:gdLst>
              <a:gd name="connsiteX0" fmla="*/ 1073650 w 4070915"/>
              <a:gd name="connsiteY0" fmla="*/ 0 h 4080083"/>
              <a:gd name="connsiteX1" fmla="*/ 2035461 w 4070915"/>
              <a:gd name="connsiteY1" fmla="*/ 595703 h 4080083"/>
              <a:gd name="connsiteX2" fmla="*/ 2997271 w 4070915"/>
              <a:gd name="connsiteY2" fmla="*/ 0 h 4080083"/>
              <a:gd name="connsiteX3" fmla="*/ 4070915 w 4070915"/>
              <a:gd name="connsiteY3" fmla="*/ 1073119 h 4080083"/>
              <a:gd name="connsiteX4" fmla="*/ 3463512 w 4070915"/>
              <a:gd name="connsiteY4" fmla="*/ 2040042 h 4080083"/>
              <a:gd name="connsiteX5" fmla="*/ 4070915 w 4070915"/>
              <a:gd name="connsiteY5" fmla="*/ 3006964 h 4080083"/>
              <a:gd name="connsiteX6" fmla="*/ 2997271 w 4070915"/>
              <a:gd name="connsiteY6" fmla="*/ 4080083 h 4080083"/>
              <a:gd name="connsiteX7" fmla="*/ 2035461 w 4070915"/>
              <a:gd name="connsiteY7" fmla="*/ 3484378 h 4080083"/>
              <a:gd name="connsiteX8" fmla="*/ 1073650 w 4070915"/>
              <a:gd name="connsiteY8" fmla="*/ 4080083 h 4080083"/>
              <a:gd name="connsiteX9" fmla="*/ 0 w 4070915"/>
              <a:gd name="connsiteY9" fmla="*/ 3006964 h 4080083"/>
              <a:gd name="connsiteX10" fmla="*/ 607404 w 4070915"/>
              <a:gd name="connsiteY10" fmla="*/ 2040042 h 4080083"/>
              <a:gd name="connsiteX11" fmla="*/ 0 w 4070915"/>
              <a:gd name="connsiteY11" fmla="*/ 1073119 h 4080083"/>
              <a:gd name="connsiteX12" fmla="*/ 1073650 w 4070915"/>
              <a:gd name="connsiteY12" fmla="*/ 0 h 408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70915" h="4080083">
                <a:moveTo>
                  <a:pt x="1073650" y="0"/>
                </a:moveTo>
                <a:cubicBezTo>
                  <a:pt x="1495016" y="0"/>
                  <a:pt x="1859684" y="242613"/>
                  <a:pt x="2035461" y="595703"/>
                </a:cubicBezTo>
                <a:cubicBezTo>
                  <a:pt x="2211237" y="242613"/>
                  <a:pt x="2575906" y="0"/>
                  <a:pt x="2997271" y="0"/>
                </a:cubicBezTo>
                <a:cubicBezTo>
                  <a:pt x="3590232" y="0"/>
                  <a:pt x="4070915" y="480451"/>
                  <a:pt x="4070915" y="1073119"/>
                </a:cubicBezTo>
                <a:cubicBezTo>
                  <a:pt x="4070915" y="1498792"/>
                  <a:pt x="3822946" y="1866578"/>
                  <a:pt x="3463512" y="2040042"/>
                </a:cubicBezTo>
                <a:cubicBezTo>
                  <a:pt x="3822946" y="2213505"/>
                  <a:pt x="4070915" y="2581291"/>
                  <a:pt x="4070915" y="3006964"/>
                </a:cubicBezTo>
                <a:cubicBezTo>
                  <a:pt x="4070915" y="3599631"/>
                  <a:pt x="3590232" y="4080083"/>
                  <a:pt x="2997271" y="4080083"/>
                </a:cubicBezTo>
                <a:cubicBezTo>
                  <a:pt x="2575906" y="4080083"/>
                  <a:pt x="2211237" y="3837469"/>
                  <a:pt x="2035461" y="3484378"/>
                </a:cubicBezTo>
                <a:cubicBezTo>
                  <a:pt x="1859684" y="3837469"/>
                  <a:pt x="1495016" y="4080083"/>
                  <a:pt x="1073650" y="4080083"/>
                </a:cubicBezTo>
                <a:cubicBezTo>
                  <a:pt x="480689" y="4080083"/>
                  <a:pt x="0" y="3599631"/>
                  <a:pt x="0" y="3006964"/>
                </a:cubicBezTo>
                <a:cubicBezTo>
                  <a:pt x="0" y="2581291"/>
                  <a:pt x="247969" y="2213505"/>
                  <a:pt x="607404" y="2040042"/>
                </a:cubicBezTo>
                <a:cubicBezTo>
                  <a:pt x="247969" y="1866578"/>
                  <a:pt x="0" y="1498792"/>
                  <a:pt x="0" y="1073119"/>
                </a:cubicBezTo>
                <a:cubicBezTo>
                  <a:pt x="0" y="480451"/>
                  <a:pt x="480689" y="0"/>
                  <a:pt x="107365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0309" y="1724927"/>
            <a:ext cx="3246492" cy="1532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C13F8-462C-43BB-3440-7762CE79BB7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687B8-8223-E08E-224E-23AF1760FF5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2FFBA-0469-D7B5-7578-1520ABD251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311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48" y="530661"/>
            <a:ext cx="2620736" cy="3705496"/>
          </a:xfr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0451" y="530661"/>
            <a:ext cx="5081777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2F875E-699D-F6AD-9254-46CC7C438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5719583-11A6-1832-97EB-E6BCA6897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3098" y="4961712"/>
            <a:ext cx="2104054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FDC89DD-99A1-1579-1F9B-8F327FC92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9829" y="4961712"/>
            <a:ext cx="321905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20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3CD5203-AA65-C605-1B7C-BB2D4BF1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47" y="487872"/>
            <a:ext cx="2696726" cy="1169286"/>
          </a:xfrm>
        </p:spPr>
        <p:txBody>
          <a:bodyPr anchor="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9486" y="1905000"/>
            <a:ext cx="2696726" cy="282328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487872"/>
            <a:ext cx="4830194" cy="424367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55773F-D4C2-2162-4959-BB2767E0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1CD1A-7BFF-5677-B257-5983C410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B171-FBE1-CF15-C316-AD259299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01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5C9C320-BFC4-54D8-B58C-39074587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88157"/>
            <a:ext cx="8191503" cy="731930"/>
          </a:xfr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443370"/>
            <a:ext cx="8191503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3FE864D-AEEF-0BEB-E794-0D6805A4D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56FC3D1-3EF7-0332-97FE-17FD1C2C8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3098" y="4961712"/>
            <a:ext cx="2104054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0200289-918C-1D12-07CF-BAC8F6209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9829" y="4961712"/>
            <a:ext cx="321905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92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94" y="1133475"/>
            <a:ext cx="7955213" cy="2876550"/>
          </a:xfrm>
        </p:spPr>
        <p:txBody>
          <a:bodyPr anchor="ctr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B680EF-D1EE-D4A2-CE12-04FF2E22C5CE}"/>
              </a:ext>
            </a:extLst>
          </p:cNvPr>
          <p:cNvGrpSpPr/>
          <p:nvPr userDrawn="1"/>
        </p:nvGrpSpPr>
        <p:grpSpPr>
          <a:xfrm>
            <a:off x="4410882" y="865142"/>
            <a:ext cx="331209" cy="3413216"/>
            <a:chOff x="5881176" y="1142998"/>
            <a:chExt cx="441612" cy="455095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143E2C3-8D83-9E88-2620-EC9126FF09B8}"/>
                </a:ext>
              </a:extLst>
            </p:cNvPr>
            <p:cNvGrpSpPr/>
            <p:nvPr/>
          </p:nvGrpSpPr>
          <p:grpSpPr>
            <a:xfrm rot="16200000">
              <a:off x="5974230" y="5371897"/>
              <a:ext cx="229001" cy="415110"/>
              <a:chOff x="3923876" y="6082954"/>
              <a:chExt cx="229001" cy="415110"/>
            </a:xfrm>
          </p:grpSpPr>
          <p:sp>
            <p:nvSpPr>
              <p:cNvPr id="7" name="Image 1" descr=" ">
                <a:extLst>
                  <a:ext uri="{FF2B5EF4-FFF2-40B4-BE49-F238E27FC236}">
                    <a16:creationId xmlns:a16="http://schemas.microsoft.com/office/drawing/2014/main" id="{A4A75052-0D45-9D88-6E08-B4B1623B45E0}"/>
                  </a:ext>
                </a:extLst>
              </p:cNvPr>
              <p:cNvSpPr/>
              <p:nvPr/>
            </p:nvSpPr>
            <p:spPr>
              <a:xfrm>
                <a:off x="4038578" y="6082954"/>
                <a:ext cx="114299" cy="101586"/>
              </a:xfrm>
              <a:custGeom>
                <a:avLst/>
                <a:gdLst>
                  <a:gd name="connsiteX0" fmla="*/ 114299 w 114299"/>
                  <a:gd name="connsiteY0" fmla="*/ 101586 h 101586"/>
                  <a:gd name="connsiteX1" fmla="*/ 0 w 114299"/>
                  <a:gd name="connsiteY1" fmla="*/ 0 h 10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299" h="101586">
                    <a:moveTo>
                      <a:pt x="114299" y="101586"/>
                    </a:moveTo>
                    <a:lnTo>
                      <a:pt x="0" y="0"/>
                    </a:lnTo>
                  </a:path>
                </a:pathLst>
              </a:custGeom>
              <a:noFill/>
              <a:ln w="24245" cap="rnd">
                <a:solidFill>
                  <a:schemeClr val="tx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8" name="Image 2" descr=" ">
                <a:extLst>
                  <a:ext uri="{FF2B5EF4-FFF2-40B4-BE49-F238E27FC236}">
                    <a16:creationId xmlns:a16="http://schemas.microsoft.com/office/drawing/2014/main" id="{45639C67-B5F0-577D-F1F9-8C619B239CF6}"/>
                  </a:ext>
                </a:extLst>
              </p:cNvPr>
              <p:cNvSpPr/>
              <p:nvPr/>
            </p:nvSpPr>
            <p:spPr>
              <a:xfrm>
                <a:off x="3993945" y="6432586"/>
                <a:ext cx="135346" cy="65478"/>
              </a:xfrm>
              <a:custGeom>
                <a:avLst/>
                <a:gdLst>
                  <a:gd name="connsiteX0" fmla="*/ 135346 w 135346"/>
                  <a:gd name="connsiteY0" fmla="*/ 0 h 65478"/>
                  <a:gd name="connsiteX1" fmla="*/ 0 w 135346"/>
                  <a:gd name="connsiteY1" fmla="*/ 65478 h 65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346" h="65478">
                    <a:moveTo>
                      <a:pt x="135346" y="0"/>
                    </a:moveTo>
                    <a:lnTo>
                      <a:pt x="0" y="65478"/>
                    </a:lnTo>
                  </a:path>
                </a:pathLst>
              </a:custGeom>
              <a:noFill/>
              <a:ln w="24912" cap="rnd">
                <a:solidFill>
                  <a:schemeClr val="tx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9" name="Image 3" descr=" ">
                <a:extLst>
                  <a:ext uri="{FF2B5EF4-FFF2-40B4-BE49-F238E27FC236}">
                    <a16:creationId xmlns:a16="http://schemas.microsoft.com/office/drawing/2014/main" id="{C025DEC0-25C8-8ADB-CD1D-9B680E8A4D32}"/>
                  </a:ext>
                </a:extLst>
              </p:cNvPr>
              <p:cNvSpPr/>
              <p:nvPr/>
            </p:nvSpPr>
            <p:spPr>
              <a:xfrm>
                <a:off x="3923876" y="6297106"/>
                <a:ext cx="148043" cy="1949"/>
              </a:xfrm>
              <a:custGeom>
                <a:avLst/>
                <a:gdLst>
                  <a:gd name="connsiteX0" fmla="*/ 148044 w 148043"/>
                  <a:gd name="connsiteY0" fmla="*/ 1949 h 1949"/>
                  <a:gd name="connsiteX1" fmla="*/ 0 w 148043"/>
                  <a:gd name="connsiteY1" fmla="*/ 0 h 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043" h="1949">
                    <a:moveTo>
                      <a:pt x="148044" y="1949"/>
                    </a:moveTo>
                    <a:lnTo>
                      <a:pt x="0" y="0"/>
                    </a:lnTo>
                  </a:path>
                </a:pathLst>
              </a:custGeom>
              <a:noFill/>
              <a:ln w="23648" cap="rnd">
                <a:solidFill>
                  <a:schemeClr val="tx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A0B4931-316B-75B7-D932-0ACF629238F6}"/>
                </a:ext>
              </a:extLst>
            </p:cNvPr>
            <p:cNvGrpSpPr/>
            <p:nvPr/>
          </p:nvGrpSpPr>
          <p:grpSpPr>
            <a:xfrm rot="5400000">
              <a:off x="6000732" y="1049944"/>
              <a:ext cx="229001" cy="415110"/>
              <a:chOff x="3923876" y="6082954"/>
              <a:chExt cx="229001" cy="415110"/>
            </a:xfrm>
          </p:grpSpPr>
          <p:sp>
            <p:nvSpPr>
              <p:cNvPr id="11" name="Image 1" descr=" ">
                <a:extLst>
                  <a:ext uri="{FF2B5EF4-FFF2-40B4-BE49-F238E27FC236}">
                    <a16:creationId xmlns:a16="http://schemas.microsoft.com/office/drawing/2014/main" id="{F196EACD-5C09-2AB8-08EC-B2C80418184D}"/>
                  </a:ext>
                </a:extLst>
              </p:cNvPr>
              <p:cNvSpPr/>
              <p:nvPr/>
            </p:nvSpPr>
            <p:spPr>
              <a:xfrm>
                <a:off x="4038578" y="6082954"/>
                <a:ext cx="114299" cy="101586"/>
              </a:xfrm>
              <a:custGeom>
                <a:avLst/>
                <a:gdLst>
                  <a:gd name="connsiteX0" fmla="*/ 114299 w 114299"/>
                  <a:gd name="connsiteY0" fmla="*/ 101586 h 101586"/>
                  <a:gd name="connsiteX1" fmla="*/ 0 w 114299"/>
                  <a:gd name="connsiteY1" fmla="*/ 0 h 10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299" h="101586">
                    <a:moveTo>
                      <a:pt x="114299" y="101586"/>
                    </a:moveTo>
                    <a:lnTo>
                      <a:pt x="0" y="0"/>
                    </a:lnTo>
                  </a:path>
                </a:pathLst>
              </a:custGeom>
              <a:noFill/>
              <a:ln w="24245" cap="rnd">
                <a:solidFill>
                  <a:schemeClr val="tx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12" name="Image 2" descr=" ">
                <a:extLst>
                  <a:ext uri="{FF2B5EF4-FFF2-40B4-BE49-F238E27FC236}">
                    <a16:creationId xmlns:a16="http://schemas.microsoft.com/office/drawing/2014/main" id="{63E52F7D-F27F-52AE-5DD3-79F43F5BE779}"/>
                  </a:ext>
                </a:extLst>
              </p:cNvPr>
              <p:cNvSpPr/>
              <p:nvPr/>
            </p:nvSpPr>
            <p:spPr>
              <a:xfrm>
                <a:off x="3993945" y="6432586"/>
                <a:ext cx="135346" cy="65478"/>
              </a:xfrm>
              <a:custGeom>
                <a:avLst/>
                <a:gdLst>
                  <a:gd name="connsiteX0" fmla="*/ 135346 w 135346"/>
                  <a:gd name="connsiteY0" fmla="*/ 0 h 65478"/>
                  <a:gd name="connsiteX1" fmla="*/ 0 w 135346"/>
                  <a:gd name="connsiteY1" fmla="*/ 65478 h 65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346" h="65478">
                    <a:moveTo>
                      <a:pt x="135346" y="0"/>
                    </a:moveTo>
                    <a:lnTo>
                      <a:pt x="0" y="65478"/>
                    </a:lnTo>
                  </a:path>
                </a:pathLst>
              </a:custGeom>
              <a:noFill/>
              <a:ln w="24912" cap="rnd">
                <a:solidFill>
                  <a:schemeClr val="tx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13" name="Image 3" descr=" ">
                <a:extLst>
                  <a:ext uri="{FF2B5EF4-FFF2-40B4-BE49-F238E27FC236}">
                    <a16:creationId xmlns:a16="http://schemas.microsoft.com/office/drawing/2014/main" id="{99DC8078-7117-86E1-E94B-61325748D27E}"/>
                  </a:ext>
                </a:extLst>
              </p:cNvPr>
              <p:cNvSpPr/>
              <p:nvPr/>
            </p:nvSpPr>
            <p:spPr>
              <a:xfrm>
                <a:off x="3923876" y="6297106"/>
                <a:ext cx="148043" cy="1949"/>
              </a:xfrm>
              <a:custGeom>
                <a:avLst/>
                <a:gdLst>
                  <a:gd name="connsiteX0" fmla="*/ 148044 w 148043"/>
                  <a:gd name="connsiteY0" fmla="*/ 1949 h 1949"/>
                  <a:gd name="connsiteX1" fmla="*/ 0 w 148043"/>
                  <a:gd name="connsiteY1" fmla="*/ 0 h 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043" h="1949">
                    <a:moveTo>
                      <a:pt x="148044" y="1949"/>
                    </a:moveTo>
                    <a:lnTo>
                      <a:pt x="0" y="0"/>
                    </a:lnTo>
                  </a:path>
                </a:pathLst>
              </a:custGeom>
              <a:noFill/>
              <a:ln w="23648" cap="rnd">
                <a:solidFill>
                  <a:schemeClr val="tx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D677A41-A7D1-6404-F671-6D83A50DB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8A05578-E125-AC49-9E3A-6FBB88542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3098" y="4961712"/>
            <a:ext cx="2104054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443B078-E927-6FFA-56A3-921655D1B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9829" y="4961712"/>
            <a:ext cx="321905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B3A74B-F8FD-678A-BB72-94BCEB9E979E}"/>
              </a:ext>
            </a:extLst>
          </p:cNvPr>
          <p:cNvGrpSpPr/>
          <p:nvPr userDrawn="1"/>
        </p:nvGrpSpPr>
        <p:grpSpPr>
          <a:xfrm rot="16200000">
            <a:off x="4480673" y="4036816"/>
            <a:ext cx="171751" cy="311333"/>
            <a:chOff x="3923876" y="6082954"/>
            <a:chExt cx="229001" cy="415110"/>
          </a:xfrm>
        </p:grpSpPr>
        <p:sp>
          <p:nvSpPr>
            <p:cNvPr id="22" name="Image 1" descr=" ">
              <a:extLst>
                <a:ext uri="{FF2B5EF4-FFF2-40B4-BE49-F238E27FC236}">
                  <a16:creationId xmlns:a16="http://schemas.microsoft.com/office/drawing/2014/main" id="{4003D112-F993-A61B-2E32-C5DCCD9D2FB2}"/>
                </a:ext>
              </a:extLst>
            </p:cNvPr>
            <p:cNvSpPr/>
            <p:nvPr/>
          </p:nvSpPr>
          <p:spPr>
            <a:xfrm>
              <a:off x="4038578" y="6082954"/>
              <a:ext cx="114299" cy="101586"/>
            </a:xfrm>
            <a:custGeom>
              <a:avLst/>
              <a:gdLst>
                <a:gd name="connsiteX0" fmla="*/ 114299 w 114299"/>
                <a:gd name="connsiteY0" fmla="*/ 101586 h 101586"/>
                <a:gd name="connsiteX1" fmla="*/ 0 w 114299"/>
                <a:gd name="connsiteY1" fmla="*/ 0 h 101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299" h="101586">
                  <a:moveTo>
                    <a:pt x="114299" y="101586"/>
                  </a:moveTo>
                  <a:lnTo>
                    <a:pt x="0" y="0"/>
                  </a:lnTo>
                </a:path>
              </a:pathLst>
            </a:custGeom>
            <a:noFill/>
            <a:ln w="24245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Image 2" descr=" ">
              <a:extLst>
                <a:ext uri="{FF2B5EF4-FFF2-40B4-BE49-F238E27FC236}">
                  <a16:creationId xmlns:a16="http://schemas.microsoft.com/office/drawing/2014/main" id="{FF442B97-CA2E-1C9A-82CF-5CE1647E38CC}"/>
                </a:ext>
              </a:extLst>
            </p:cNvPr>
            <p:cNvSpPr/>
            <p:nvPr/>
          </p:nvSpPr>
          <p:spPr>
            <a:xfrm>
              <a:off x="3993945" y="6432586"/>
              <a:ext cx="135346" cy="65478"/>
            </a:xfrm>
            <a:custGeom>
              <a:avLst/>
              <a:gdLst>
                <a:gd name="connsiteX0" fmla="*/ 135346 w 135346"/>
                <a:gd name="connsiteY0" fmla="*/ 0 h 65478"/>
                <a:gd name="connsiteX1" fmla="*/ 0 w 135346"/>
                <a:gd name="connsiteY1" fmla="*/ 65478 h 6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346" h="65478">
                  <a:moveTo>
                    <a:pt x="135346" y="0"/>
                  </a:moveTo>
                  <a:lnTo>
                    <a:pt x="0" y="65478"/>
                  </a:lnTo>
                </a:path>
              </a:pathLst>
            </a:custGeom>
            <a:noFill/>
            <a:ln w="24912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4" name="Image 3" descr=" ">
              <a:extLst>
                <a:ext uri="{FF2B5EF4-FFF2-40B4-BE49-F238E27FC236}">
                  <a16:creationId xmlns:a16="http://schemas.microsoft.com/office/drawing/2014/main" id="{9D28E0D8-95DD-A22A-1A92-3F553392DB5D}"/>
                </a:ext>
              </a:extLst>
            </p:cNvPr>
            <p:cNvSpPr/>
            <p:nvPr/>
          </p:nvSpPr>
          <p:spPr>
            <a:xfrm>
              <a:off x="3923876" y="6297106"/>
              <a:ext cx="148043" cy="1949"/>
            </a:xfrm>
            <a:custGeom>
              <a:avLst/>
              <a:gdLst>
                <a:gd name="connsiteX0" fmla="*/ 148044 w 148043"/>
                <a:gd name="connsiteY0" fmla="*/ 1949 h 1949"/>
                <a:gd name="connsiteX1" fmla="*/ 0 w 148043"/>
                <a:gd name="connsiteY1" fmla="*/ 0 h 1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043" h="1949">
                  <a:moveTo>
                    <a:pt x="148044" y="1949"/>
                  </a:moveTo>
                  <a:lnTo>
                    <a:pt x="0" y="0"/>
                  </a:lnTo>
                </a:path>
              </a:pathLst>
            </a:custGeom>
            <a:noFill/>
            <a:ln w="23648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4A54C73-DABB-253E-F62E-CCAB220548D1}"/>
              </a:ext>
            </a:extLst>
          </p:cNvPr>
          <p:cNvGrpSpPr/>
          <p:nvPr userDrawn="1"/>
        </p:nvGrpSpPr>
        <p:grpSpPr>
          <a:xfrm rot="5400000">
            <a:off x="4500549" y="795352"/>
            <a:ext cx="171751" cy="311333"/>
            <a:chOff x="3923876" y="6082954"/>
            <a:chExt cx="229001" cy="415110"/>
          </a:xfrm>
        </p:grpSpPr>
        <p:sp>
          <p:nvSpPr>
            <p:cNvPr id="19" name="Image 1" descr=" ">
              <a:extLst>
                <a:ext uri="{FF2B5EF4-FFF2-40B4-BE49-F238E27FC236}">
                  <a16:creationId xmlns:a16="http://schemas.microsoft.com/office/drawing/2014/main" id="{84FB8BAC-C6FC-BB53-C571-028F352CC6D5}"/>
                </a:ext>
              </a:extLst>
            </p:cNvPr>
            <p:cNvSpPr/>
            <p:nvPr/>
          </p:nvSpPr>
          <p:spPr>
            <a:xfrm>
              <a:off x="4038578" y="6082954"/>
              <a:ext cx="114299" cy="101586"/>
            </a:xfrm>
            <a:custGeom>
              <a:avLst/>
              <a:gdLst>
                <a:gd name="connsiteX0" fmla="*/ 114299 w 114299"/>
                <a:gd name="connsiteY0" fmla="*/ 101586 h 101586"/>
                <a:gd name="connsiteX1" fmla="*/ 0 w 114299"/>
                <a:gd name="connsiteY1" fmla="*/ 0 h 101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299" h="101586">
                  <a:moveTo>
                    <a:pt x="114299" y="101586"/>
                  </a:moveTo>
                  <a:lnTo>
                    <a:pt x="0" y="0"/>
                  </a:lnTo>
                </a:path>
              </a:pathLst>
            </a:custGeom>
            <a:noFill/>
            <a:ln w="24245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0" name="Image 2" descr=" ">
              <a:extLst>
                <a:ext uri="{FF2B5EF4-FFF2-40B4-BE49-F238E27FC236}">
                  <a16:creationId xmlns:a16="http://schemas.microsoft.com/office/drawing/2014/main" id="{F9F2DE94-0C39-E5B2-EBDF-11B24E2F7790}"/>
                </a:ext>
              </a:extLst>
            </p:cNvPr>
            <p:cNvSpPr/>
            <p:nvPr/>
          </p:nvSpPr>
          <p:spPr>
            <a:xfrm>
              <a:off x="3993945" y="6432586"/>
              <a:ext cx="135346" cy="65478"/>
            </a:xfrm>
            <a:custGeom>
              <a:avLst/>
              <a:gdLst>
                <a:gd name="connsiteX0" fmla="*/ 135346 w 135346"/>
                <a:gd name="connsiteY0" fmla="*/ 0 h 65478"/>
                <a:gd name="connsiteX1" fmla="*/ 0 w 135346"/>
                <a:gd name="connsiteY1" fmla="*/ 65478 h 6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346" h="65478">
                  <a:moveTo>
                    <a:pt x="135346" y="0"/>
                  </a:moveTo>
                  <a:lnTo>
                    <a:pt x="0" y="65478"/>
                  </a:lnTo>
                </a:path>
              </a:pathLst>
            </a:custGeom>
            <a:noFill/>
            <a:ln w="24912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1" name="Image 3" descr=" ">
              <a:extLst>
                <a:ext uri="{FF2B5EF4-FFF2-40B4-BE49-F238E27FC236}">
                  <a16:creationId xmlns:a16="http://schemas.microsoft.com/office/drawing/2014/main" id="{ECE5A41D-3A8B-EAA7-E892-312666C4EF26}"/>
                </a:ext>
              </a:extLst>
            </p:cNvPr>
            <p:cNvSpPr/>
            <p:nvPr/>
          </p:nvSpPr>
          <p:spPr>
            <a:xfrm>
              <a:off x="3923876" y="6297106"/>
              <a:ext cx="148043" cy="1949"/>
            </a:xfrm>
            <a:custGeom>
              <a:avLst/>
              <a:gdLst>
                <a:gd name="connsiteX0" fmla="*/ 148044 w 148043"/>
                <a:gd name="connsiteY0" fmla="*/ 1949 h 1949"/>
                <a:gd name="connsiteX1" fmla="*/ 0 w 148043"/>
                <a:gd name="connsiteY1" fmla="*/ 0 h 1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043" h="1949">
                  <a:moveTo>
                    <a:pt x="148044" y="1949"/>
                  </a:moveTo>
                  <a:lnTo>
                    <a:pt x="0" y="0"/>
                  </a:lnTo>
                </a:path>
              </a:pathLst>
            </a:custGeom>
            <a:noFill/>
            <a:ln w="23648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80B6038-879D-1AC2-4853-29131C16B5EF}"/>
              </a:ext>
            </a:extLst>
          </p:cNvPr>
          <p:cNvSpPr/>
          <p:nvPr userDrawn="1"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150642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8" y="2156252"/>
            <a:ext cx="3095769" cy="830997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1851866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94E3A1B-EFD3-D2D7-4105-7C5047AB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19" y="639957"/>
            <a:ext cx="7077456" cy="2695194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25373AB-4F41-5210-04E5-7B5C30966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551" y="3596204"/>
            <a:ext cx="5876945" cy="76123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500" dirty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5D5815D3-F5D8-F778-B5DD-CC13ABDF7B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421" y="2963650"/>
            <a:ext cx="290511" cy="112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347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274319"/>
            <a:ext cx="8595360" cy="589788"/>
          </a:xfrm>
        </p:spPr>
        <p:txBody>
          <a:bodyPr anchor="ctr">
            <a:normAutofit/>
          </a:bodyPr>
          <a:lstStyle>
            <a:lvl1pPr algn="ctr">
              <a:defRPr sz="45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875" y="4550910"/>
            <a:ext cx="4768251" cy="360280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0BCB38-9998-4DAB-5311-023E7309B553}"/>
              </a:ext>
            </a:extLst>
          </p:cNvPr>
          <p:cNvSpPr/>
          <p:nvPr userDrawn="1"/>
        </p:nvSpPr>
        <p:spPr>
          <a:xfrm>
            <a:off x="950453" y="1092472"/>
            <a:ext cx="7243094" cy="3195221"/>
          </a:xfrm>
          <a:custGeom>
            <a:avLst/>
            <a:gdLst>
              <a:gd name="connsiteX0" fmla="*/ 2258705 w 9657459"/>
              <a:gd name="connsiteY0" fmla="*/ 0 h 4260295"/>
              <a:gd name="connsiteX1" fmla="*/ 3123466 w 9657459"/>
              <a:gd name="connsiteY1" fmla="*/ 791228 h 4260295"/>
              <a:gd name="connsiteX2" fmla="*/ 3984206 w 9657459"/>
              <a:gd name="connsiteY2" fmla="*/ 0 h 4260295"/>
              <a:gd name="connsiteX3" fmla="*/ 4841582 w 9657459"/>
              <a:gd name="connsiteY3" fmla="*/ 758396 h 4260295"/>
              <a:gd name="connsiteX4" fmla="*/ 5698963 w 9657459"/>
              <a:gd name="connsiteY4" fmla="*/ 0 h 4260295"/>
              <a:gd name="connsiteX5" fmla="*/ 6549913 w 9657459"/>
              <a:gd name="connsiteY5" fmla="*/ 714689 h 4260295"/>
              <a:gd name="connsiteX6" fmla="*/ 7404520 w 9657459"/>
              <a:gd name="connsiteY6" fmla="*/ 0 h 4260295"/>
              <a:gd name="connsiteX7" fmla="*/ 8272651 w 9657459"/>
              <a:gd name="connsiteY7" fmla="*/ 868047 h 4260295"/>
              <a:gd name="connsiteX8" fmla="*/ 8272651 w 9657459"/>
              <a:gd name="connsiteY8" fmla="*/ 1177835 h 4260295"/>
              <a:gd name="connsiteX9" fmla="*/ 9657459 w 9657459"/>
              <a:gd name="connsiteY9" fmla="*/ 315577 h 4260295"/>
              <a:gd name="connsiteX10" fmla="*/ 9657459 w 9657459"/>
              <a:gd name="connsiteY10" fmla="*/ 3941065 h 4260295"/>
              <a:gd name="connsiteX11" fmla="*/ 8272651 w 9657459"/>
              <a:gd name="connsiteY11" fmla="*/ 3078803 h 4260295"/>
              <a:gd name="connsiteX12" fmla="*/ 8272651 w 9657459"/>
              <a:gd name="connsiteY12" fmla="*/ 3392249 h 4260295"/>
              <a:gd name="connsiteX13" fmla="*/ 7404520 w 9657459"/>
              <a:gd name="connsiteY13" fmla="*/ 4260295 h 4260295"/>
              <a:gd name="connsiteX14" fmla="*/ 6549913 w 9657459"/>
              <a:gd name="connsiteY14" fmla="*/ 3545607 h 4260295"/>
              <a:gd name="connsiteX15" fmla="*/ 5698963 w 9657459"/>
              <a:gd name="connsiteY15" fmla="*/ 4260295 h 4260295"/>
              <a:gd name="connsiteX16" fmla="*/ 4841582 w 9657459"/>
              <a:gd name="connsiteY16" fmla="*/ 3501899 h 4260295"/>
              <a:gd name="connsiteX17" fmla="*/ 3984206 w 9657459"/>
              <a:gd name="connsiteY17" fmla="*/ 4260295 h 4260295"/>
              <a:gd name="connsiteX18" fmla="*/ 3123466 w 9657459"/>
              <a:gd name="connsiteY18" fmla="*/ 3469068 h 4260295"/>
              <a:gd name="connsiteX19" fmla="*/ 2258705 w 9657459"/>
              <a:gd name="connsiteY19" fmla="*/ 4260295 h 4260295"/>
              <a:gd name="connsiteX20" fmla="*/ 1390586 w 9657459"/>
              <a:gd name="connsiteY20" fmla="*/ 3392249 h 4260295"/>
              <a:gd name="connsiteX21" fmla="*/ 1390586 w 9657459"/>
              <a:gd name="connsiteY21" fmla="*/ 3067051 h 4260295"/>
              <a:gd name="connsiteX22" fmla="*/ 0 w 9657459"/>
              <a:gd name="connsiteY22" fmla="*/ 3941065 h 4260295"/>
              <a:gd name="connsiteX23" fmla="*/ 0 w 9657459"/>
              <a:gd name="connsiteY23" fmla="*/ 315577 h 4260295"/>
              <a:gd name="connsiteX24" fmla="*/ 1390586 w 9657459"/>
              <a:gd name="connsiteY24" fmla="*/ 1189588 h 4260295"/>
              <a:gd name="connsiteX25" fmla="*/ 1390586 w 9657459"/>
              <a:gd name="connsiteY25" fmla="*/ 868047 h 4260295"/>
              <a:gd name="connsiteX26" fmla="*/ 2258705 w 9657459"/>
              <a:gd name="connsiteY26" fmla="*/ 0 h 4260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657459" h="4260295">
                <a:moveTo>
                  <a:pt x="2258705" y="0"/>
                </a:moveTo>
                <a:cubicBezTo>
                  <a:pt x="2712265" y="0"/>
                  <a:pt x="3084580" y="347801"/>
                  <a:pt x="3123466" y="791228"/>
                </a:cubicBezTo>
                <a:cubicBezTo>
                  <a:pt x="3160262" y="348136"/>
                  <a:pt x="3531575" y="0"/>
                  <a:pt x="3984206" y="0"/>
                </a:cubicBezTo>
                <a:cubicBezTo>
                  <a:pt x="4425593" y="0"/>
                  <a:pt x="4789654" y="331058"/>
                  <a:pt x="4841582" y="758396"/>
                </a:cubicBezTo>
                <a:cubicBezTo>
                  <a:pt x="4893516" y="331058"/>
                  <a:pt x="5257576" y="0"/>
                  <a:pt x="5698963" y="0"/>
                </a:cubicBezTo>
                <a:cubicBezTo>
                  <a:pt x="6125188" y="0"/>
                  <a:pt x="6479304" y="308695"/>
                  <a:pt x="6549913" y="714689"/>
                </a:cubicBezTo>
                <a:cubicBezTo>
                  <a:pt x="6622300" y="308424"/>
                  <a:pt x="6977375" y="0"/>
                  <a:pt x="7404520" y="0"/>
                </a:cubicBezTo>
                <a:cubicBezTo>
                  <a:pt x="7883922" y="0"/>
                  <a:pt x="8272651" y="388636"/>
                  <a:pt x="8272651" y="868047"/>
                </a:cubicBezTo>
                <a:lnTo>
                  <a:pt x="8272651" y="1177835"/>
                </a:lnTo>
                <a:cubicBezTo>
                  <a:pt x="8524037" y="667063"/>
                  <a:pt x="9049728" y="315577"/>
                  <a:pt x="9657459" y="315577"/>
                </a:cubicBezTo>
                <a:lnTo>
                  <a:pt x="9657459" y="3941065"/>
                </a:lnTo>
                <a:cubicBezTo>
                  <a:pt x="9049728" y="3941065"/>
                  <a:pt x="8524037" y="3589582"/>
                  <a:pt x="8272651" y="3078803"/>
                </a:cubicBezTo>
                <a:lnTo>
                  <a:pt x="8272651" y="3392249"/>
                </a:lnTo>
                <a:cubicBezTo>
                  <a:pt x="8272651" y="3871656"/>
                  <a:pt x="7883922" y="4260295"/>
                  <a:pt x="7404520" y="4260295"/>
                </a:cubicBezTo>
                <a:cubicBezTo>
                  <a:pt x="6977375" y="4260295"/>
                  <a:pt x="6622300" y="3951871"/>
                  <a:pt x="6549913" y="3545607"/>
                </a:cubicBezTo>
                <a:cubicBezTo>
                  <a:pt x="6479304" y="3951598"/>
                  <a:pt x="6125188" y="4260295"/>
                  <a:pt x="5698963" y="4260295"/>
                </a:cubicBezTo>
                <a:cubicBezTo>
                  <a:pt x="5257576" y="4260295"/>
                  <a:pt x="4893516" y="3929236"/>
                  <a:pt x="4841582" y="3501899"/>
                </a:cubicBezTo>
                <a:cubicBezTo>
                  <a:pt x="4789654" y="3929236"/>
                  <a:pt x="4425593" y="4260295"/>
                  <a:pt x="3984206" y="4260295"/>
                </a:cubicBezTo>
                <a:cubicBezTo>
                  <a:pt x="3531575" y="4260295"/>
                  <a:pt x="3160262" y="3912157"/>
                  <a:pt x="3123466" y="3469068"/>
                </a:cubicBezTo>
                <a:cubicBezTo>
                  <a:pt x="3084580" y="3912494"/>
                  <a:pt x="2712265" y="4260295"/>
                  <a:pt x="2258705" y="4260295"/>
                </a:cubicBezTo>
                <a:cubicBezTo>
                  <a:pt x="1779258" y="4260295"/>
                  <a:pt x="1390586" y="3871656"/>
                  <a:pt x="1390586" y="3392249"/>
                </a:cubicBezTo>
                <a:lnTo>
                  <a:pt x="1390586" y="3067051"/>
                </a:lnTo>
                <a:cubicBezTo>
                  <a:pt x="1141519" y="3584185"/>
                  <a:pt x="612440" y="3941065"/>
                  <a:pt x="0" y="3941065"/>
                </a:cubicBezTo>
                <a:lnTo>
                  <a:pt x="0" y="315577"/>
                </a:lnTo>
                <a:cubicBezTo>
                  <a:pt x="612440" y="315577"/>
                  <a:pt x="1141519" y="672460"/>
                  <a:pt x="1390586" y="1189588"/>
                </a:cubicBezTo>
                <a:lnTo>
                  <a:pt x="1390586" y="868047"/>
                </a:lnTo>
                <a:cubicBezTo>
                  <a:pt x="1390586" y="388636"/>
                  <a:pt x="1779258" y="0"/>
                  <a:pt x="2258705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8A6694-F6DF-96FA-C7DE-E0CA5CF9111C}"/>
              </a:ext>
            </a:extLst>
          </p:cNvPr>
          <p:cNvGrpSpPr/>
          <p:nvPr/>
        </p:nvGrpSpPr>
        <p:grpSpPr>
          <a:xfrm>
            <a:off x="1885093" y="4562216"/>
            <a:ext cx="5373815" cy="331189"/>
            <a:chOff x="3307087" y="6082954"/>
            <a:chExt cx="7165087" cy="44158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E922812-1F17-E73C-C28B-09F02C63D257}"/>
                </a:ext>
              </a:extLst>
            </p:cNvPr>
            <p:cNvGrpSpPr/>
            <p:nvPr/>
          </p:nvGrpSpPr>
          <p:grpSpPr>
            <a:xfrm>
              <a:off x="3307087" y="6082954"/>
              <a:ext cx="229001" cy="415110"/>
              <a:chOff x="3923876" y="6082954"/>
              <a:chExt cx="229001" cy="415110"/>
            </a:xfrm>
          </p:grpSpPr>
          <p:sp>
            <p:nvSpPr>
              <p:cNvPr id="7" name="Image 1" descr=" ">
                <a:extLst>
                  <a:ext uri="{FF2B5EF4-FFF2-40B4-BE49-F238E27FC236}">
                    <a16:creationId xmlns:a16="http://schemas.microsoft.com/office/drawing/2014/main" id="{79B1D4A0-A5F1-4CF4-9057-780315EB8D14}"/>
                  </a:ext>
                </a:extLst>
              </p:cNvPr>
              <p:cNvSpPr/>
              <p:nvPr/>
            </p:nvSpPr>
            <p:spPr>
              <a:xfrm>
                <a:off x="4038578" y="6082954"/>
                <a:ext cx="114299" cy="101586"/>
              </a:xfrm>
              <a:custGeom>
                <a:avLst/>
                <a:gdLst>
                  <a:gd name="connsiteX0" fmla="*/ 114299 w 114299"/>
                  <a:gd name="connsiteY0" fmla="*/ 101586 h 101586"/>
                  <a:gd name="connsiteX1" fmla="*/ 0 w 114299"/>
                  <a:gd name="connsiteY1" fmla="*/ 0 h 10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299" h="101586">
                    <a:moveTo>
                      <a:pt x="114299" y="101586"/>
                    </a:moveTo>
                    <a:lnTo>
                      <a:pt x="0" y="0"/>
                    </a:lnTo>
                  </a:path>
                </a:pathLst>
              </a:custGeom>
              <a:noFill/>
              <a:ln w="24245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9" name="Image 2" descr=" ">
                <a:extLst>
                  <a:ext uri="{FF2B5EF4-FFF2-40B4-BE49-F238E27FC236}">
                    <a16:creationId xmlns:a16="http://schemas.microsoft.com/office/drawing/2014/main" id="{802B50B7-413A-8B69-2A49-89AF12189E37}"/>
                  </a:ext>
                </a:extLst>
              </p:cNvPr>
              <p:cNvSpPr/>
              <p:nvPr/>
            </p:nvSpPr>
            <p:spPr>
              <a:xfrm>
                <a:off x="3993945" y="6432586"/>
                <a:ext cx="135346" cy="65478"/>
              </a:xfrm>
              <a:custGeom>
                <a:avLst/>
                <a:gdLst>
                  <a:gd name="connsiteX0" fmla="*/ 135346 w 135346"/>
                  <a:gd name="connsiteY0" fmla="*/ 0 h 65478"/>
                  <a:gd name="connsiteX1" fmla="*/ 0 w 135346"/>
                  <a:gd name="connsiteY1" fmla="*/ 65478 h 65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346" h="65478">
                    <a:moveTo>
                      <a:pt x="135346" y="0"/>
                    </a:moveTo>
                    <a:lnTo>
                      <a:pt x="0" y="65478"/>
                    </a:lnTo>
                  </a:path>
                </a:pathLst>
              </a:custGeom>
              <a:noFill/>
              <a:ln w="24912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10" name="Image 3" descr=" ">
                <a:extLst>
                  <a:ext uri="{FF2B5EF4-FFF2-40B4-BE49-F238E27FC236}">
                    <a16:creationId xmlns:a16="http://schemas.microsoft.com/office/drawing/2014/main" id="{BA0BCDC0-B227-3938-149F-CBFFC77679AB}"/>
                  </a:ext>
                </a:extLst>
              </p:cNvPr>
              <p:cNvSpPr/>
              <p:nvPr/>
            </p:nvSpPr>
            <p:spPr>
              <a:xfrm>
                <a:off x="3923876" y="6297106"/>
                <a:ext cx="148043" cy="1949"/>
              </a:xfrm>
              <a:custGeom>
                <a:avLst/>
                <a:gdLst>
                  <a:gd name="connsiteX0" fmla="*/ 148044 w 148043"/>
                  <a:gd name="connsiteY0" fmla="*/ 1949 h 1949"/>
                  <a:gd name="connsiteX1" fmla="*/ 0 w 148043"/>
                  <a:gd name="connsiteY1" fmla="*/ 0 h 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043" h="1949">
                    <a:moveTo>
                      <a:pt x="148044" y="1949"/>
                    </a:moveTo>
                    <a:lnTo>
                      <a:pt x="0" y="0"/>
                    </a:lnTo>
                  </a:path>
                </a:pathLst>
              </a:custGeom>
              <a:noFill/>
              <a:ln w="23648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2DC18C4-0191-6EBC-4042-173643437B62}"/>
                </a:ext>
              </a:extLst>
            </p:cNvPr>
            <p:cNvGrpSpPr/>
            <p:nvPr/>
          </p:nvGrpSpPr>
          <p:grpSpPr>
            <a:xfrm rot="10800000">
              <a:off x="10243173" y="6109429"/>
              <a:ext cx="229001" cy="415110"/>
              <a:chOff x="3923876" y="6082954"/>
              <a:chExt cx="229001" cy="415110"/>
            </a:xfrm>
          </p:grpSpPr>
          <p:sp>
            <p:nvSpPr>
              <p:cNvPr id="12" name="Image 1" descr=" ">
                <a:extLst>
                  <a:ext uri="{FF2B5EF4-FFF2-40B4-BE49-F238E27FC236}">
                    <a16:creationId xmlns:a16="http://schemas.microsoft.com/office/drawing/2014/main" id="{B26DCB0B-7745-591D-7000-D0CB1B111668}"/>
                  </a:ext>
                </a:extLst>
              </p:cNvPr>
              <p:cNvSpPr/>
              <p:nvPr/>
            </p:nvSpPr>
            <p:spPr>
              <a:xfrm>
                <a:off x="4038578" y="6082954"/>
                <a:ext cx="114299" cy="101586"/>
              </a:xfrm>
              <a:custGeom>
                <a:avLst/>
                <a:gdLst>
                  <a:gd name="connsiteX0" fmla="*/ 114299 w 114299"/>
                  <a:gd name="connsiteY0" fmla="*/ 101586 h 101586"/>
                  <a:gd name="connsiteX1" fmla="*/ 0 w 114299"/>
                  <a:gd name="connsiteY1" fmla="*/ 0 h 10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299" h="101586">
                    <a:moveTo>
                      <a:pt x="114299" y="101586"/>
                    </a:moveTo>
                    <a:lnTo>
                      <a:pt x="0" y="0"/>
                    </a:lnTo>
                  </a:path>
                </a:pathLst>
              </a:custGeom>
              <a:noFill/>
              <a:ln w="24245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13" name="Image 2" descr=" ">
                <a:extLst>
                  <a:ext uri="{FF2B5EF4-FFF2-40B4-BE49-F238E27FC236}">
                    <a16:creationId xmlns:a16="http://schemas.microsoft.com/office/drawing/2014/main" id="{7424E30B-FAFF-689C-836D-AEE95D517BAC}"/>
                  </a:ext>
                </a:extLst>
              </p:cNvPr>
              <p:cNvSpPr/>
              <p:nvPr/>
            </p:nvSpPr>
            <p:spPr>
              <a:xfrm>
                <a:off x="3993945" y="6432586"/>
                <a:ext cx="135346" cy="65478"/>
              </a:xfrm>
              <a:custGeom>
                <a:avLst/>
                <a:gdLst>
                  <a:gd name="connsiteX0" fmla="*/ 135346 w 135346"/>
                  <a:gd name="connsiteY0" fmla="*/ 0 h 65478"/>
                  <a:gd name="connsiteX1" fmla="*/ 0 w 135346"/>
                  <a:gd name="connsiteY1" fmla="*/ 65478 h 65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346" h="65478">
                    <a:moveTo>
                      <a:pt x="135346" y="0"/>
                    </a:moveTo>
                    <a:lnTo>
                      <a:pt x="0" y="65478"/>
                    </a:lnTo>
                  </a:path>
                </a:pathLst>
              </a:custGeom>
              <a:noFill/>
              <a:ln w="24912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14" name="Image 3" descr=" ">
                <a:extLst>
                  <a:ext uri="{FF2B5EF4-FFF2-40B4-BE49-F238E27FC236}">
                    <a16:creationId xmlns:a16="http://schemas.microsoft.com/office/drawing/2014/main" id="{5F770D02-BE4A-C621-38E8-AF583B0E1ADE}"/>
                  </a:ext>
                </a:extLst>
              </p:cNvPr>
              <p:cNvSpPr/>
              <p:nvPr/>
            </p:nvSpPr>
            <p:spPr>
              <a:xfrm>
                <a:off x="3923876" y="6297106"/>
                <a:ext cx="148043" cy="1949"/>
              </a:xfrm>
              <a:custGeom>
                <a:avLst/>
                <a:gdLst>
                  <a:gd name="connsiteX0" fmla="*/ 148044 w 148043"/>
                  <a:gd name="connsiteY0" fmla="*/ 1949 h 1949"/>
                  <a:gd name="connsiteX1" fmla="*/ 0 w 148043"/>
                  <a:gd name="connsiteY1" fmla="*/ 0 h 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043" h="1949">
                    <a:moveTo>
                      <a:pt x="148044" y="1949"/>
                    </a:moveTo>
                    <a:lnTo>
                      <a:pt x="0" y="0"/>
                    </a:lnTo>
                  </a:path>
                </a:pathLst>
              </a:custGeom>
              <a:noFill/>
              <a:ln w="23648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AA0C88-5AE7-520A-E10F-88BA05FEC22E}"/>
              </a:ext>
            </a:extLst>
          </p:cNvPr>
          <p:cNvGrpSpPr/>
          <p:nvPr userDrawn="1"/>
        </p:nvGrpSpPr>
        <p:grpSpPr>
          <a:xfrm>
            <a:off x="1885093" y="4562216"/>
            <a:ext cx="5373815" cy="331189"/>
            <a:chOff x="3307087" y="6082954"/>
            <a:chExt cx="7165087" cy="44158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8254E19-8AD3-C61F-186A-9655D0F92C0D}"/>
                </a:ext>
              </a:extLst>
            </p:cNvPr>
            <p:cNvGrpSpPr/>
            <p:nvPr userDrawn="1"/>
          </p:nvGrpSpPr>
          <p:grpSpPr>
            <a:xfrm>
              <a:off x="3307087" y="6082954"/>
              <a:ext cx="229001" cy="415110"/>
              <a:chOff x="3923876" y="6082954"/>
              <a:chExt cx="229001" cy="415110"/>
            </a:xfrm>
          </p:grpSpPr>
          <p:sp>
            <p:nvSpPr>
              <p:cNvPr id="22" name="Image 1" descr=" ">
                <a:extLst>
                  <a:ext uri="{FF2B5EF4-FFF2-40B4-BE49-F238E27FC236}">
                    <a16:creationId xmlns:a16="http://schemas.microsoft.com/office/drawing/2014/main" id="{643D29A7-859B-03AF-C989-9178AAB27DDD}"/>
                  </a:ext>
                </a:extLst>
              </p:cNvPr>
              <p:cNvSpPr/>
              <p:nvPr/>
            </p:nvSpPr>
            <p:spPr>
              <a:xfrm>
                <a:off x="4038578" y="6082954"/>
                <a:ext cx="114299" cy="101586"/>
              </a:xfrm>
              <a:custGeom>
                <a:avLst/>
                <a:gdLst>
                  <a:gd name="connsiteX0" fmla="*/ 114299 w 114299"/>
                  <a:gd name="connsiteY0" fmla="*/ 101586 h 101586"/>
                  <a:gd name="connsiteX1" fmla="*/ 0 w 114299"/>
                  <a:gd name="connsiteY1" fmla="*/ 0 h 10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299" h="101586">
                    <a:moveTo>
                      <a:pt x="114299" y="101586"/>
                    </a:moveTo>
                    <a:lnTo>
                      <a:pt x="0" y="0"/>
                    </a:lnTo>
                  </a:path>
                </a:pathLst>
              </a:custGeom>
              <a:noFill/>
              <a:ln w="24245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23" name="Image 2" descr=" ">
                <a:extLst>
                  <a:ext uri="{FF2B5EF4-FFF2-40B4-BE49-F238E27FC236}">
                    <a16:creationId xmlns:a16="http://schemas.microsoft.com/office/drawing/2014/main" id="{A2D2517E-45D5-F105-CA8C-7ABEA9F82C69}"/>
                  </a:ext>
                </a:extLst>
              </p:cNvPr>
              <p:cNvSpPr/>
              <p:nvPr/>
            </p:nvSpPr>
            <p:spPr>
              <a:xfrm>
                <a:off x="3993945" y="6432586"/>
                <a:ext cx="135346" cy="65478"/>
              </a:xfrm>
              <a:custGeom>
                <a:avLst/>
                <a:gdLst>
                  <a:gd name="connsiteX0" fmla="*/ 135346 w 135346"/>
                  <a:gd name="connsiteY0" fmla="*/ 0 h 65478"/>
                  <a:gd name="connsiteX1" fmla="*/ 0 w 135346"/>
                  <a:gd name="connsiteY1" fmla="*/ 65478 h 65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346" h="65478">
                    <a:moveTo>
                      <a:pt x="135346" y="0"/>
                    </a:moveTo>
                    <a:lnTo>
                      <a:pt x="0" y="65478"/>
                    </a:lnTo>
                  </a:path>
                </a:pathLst>
              </a:custGeom>
              <a:noFill/>
              <a:ln w="24912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24" name="Image 3" descr=" ">
                <a:extLst>
                  <a:ext uri="{FF2B5EF4-FFF2-40B4-BE49-F238E27FC236}">
                    <a16:creationId xmlns:a16="http://schemas.microsoft.com/office/drawing/2014/main" id="{06BBA5A3-3D4D-CB24-FB33-A16AD85AA237}"/>
                  </a:ext>
                </a:extLst>
              </p:cNvPr>
              <p:cNvSpPr/>
              <p:nvPr/>
            </p:nvSpPr>
            <p:spPr>
              <a:xfrm>
                <a:off x="3923876" y="6297106"/>
                <a:ext cx="148043" cy="1949"/>
              </a:xfrm>
              <a:custGeom>
                <a:avLst/>
                <a:gdLst>
                  <a:gd name="connsiteX0" fmla="*/ 148044 w 148043"/>
                  <a:gd name="connsiteY0" fmla="*/ 1949 h 1949"/>
                  <a:gd name="connsiteX1" fmla="*/ 0 w 148043"/>
                  <a:gd name="connsiteY1" fmla="*/ 0 h 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043" h="1949">
                    <a:moveTo>
                      <a:pt x="148044" y="1949"/>
                    </a:moveTo>
                    <a:lnTo>
                      <a:pt x="0" y="0"/>
                    </a:lnTo>
                  </a:path>
                </a:pathLst>
              </a:custGeom>
              <a:noFill/>
              <a:ln w="23648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57D3DD7-2B86-82EC-1796-763789BB0841}"/>
                </a:ext>
              </a:extLst>
            </p:cNvPr>
            <p:cNvGrpSpPr/>
            <p:nvPr userDrawn="1"/>
          </p:nvGrpSpPr>
          <p:grpSpPr>
            <a:xfrm rot="10800000">
              <a:off x="10243173" y="6109429"/>
              <a:ext cx="229001" cy="415110"/>
              <a:chOff x="3923876" y="6082954"/>
              <a:chExt cx="229001" cy="415110"/>
            </a:xfrm>
          </p:grpSpPr>
          <p:sp>
            <p:nvSpPr>
              <p:cNvPr id="19" name="Image 1" descr=" ">
                <a:extLst>
                  <a:ext uri="{FF2B5EF4-FFF2-40B4-BE49-F238E27FC236}">
                    <a16:creationId xmlns:a16="http://schemas.microsoft.com/office/drawing/2014/main" id="{E1B9E639-39FF-D5A2-D2D0-B072C666E717}"/>
                  </a:ext>
                </a:extLst>
              </p:cNvPr>
              <p:cNvSpPr/>
              <p:nvPr/>
            </p:nvSpPr>
            <p:spPr>
              <a:xfrm>
                <a:off x="4038578" y="6082954"/>
                <a:ext cx="114299" cy="101586"/>
              </a:xfrm>
              <a:custGeom>
                <a:avLst/>
                <a:gdLst>
                  <a:gd name="connsiteX0" fmla="*/ 114299 w 114299"/>
                  <a:gd name="connsiteY0" fmla="*/ 101586 h 101586"/>
                  <a:gd name="connsiteX1" fmla="*/ 0 w 114299"/>
                  <a:gd name="connsiteY1" fmla="*/ 0 h 10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299" h="101586">
                    <a:moveTo>
                      <a:pt x="114299" y="101586"/>
                    </a:moveTo>
                    <a:lnTo>
                      <a:pt x="0" y="0"/>
                    </a:lnTo>
                  </a:path>
                </a:pathLst>
              </a:custGeom>
              <a:noFill/>
              <a:ln w="24245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20" name="Image 2" descr=" ">
                <a:extLst>
                  <a:ext uri="{FF2B5EF4-FFF2-40B4-BE49-F238E27FC236}">
                    <a16:creationId xmlns:a16="http://schemas.microsoft.com/office/drawing/2014/main" id="{BCDC0CF0-E5D7-34FC-86F8-A9339567040A}"/>
                  </a:ext>
                </a:extLst>
              </p:cNvPr>
              <p:cNvSpPr/>
              <p:nvPr/>
            </p:nvSpPr>
            <p:spPr>
              <a:xfrm>
                <a:off x="3993945" y="6432586"/>
                <a:ext cx="135346" cy="65478"/>
              </a:xfrm>
              <a:custGeom>
                <a:avLst/>
                <a:gdLst>
                  <a:gd name="connsiteX0" fmla="*/ 135346 w 135346"/>
                  <a:gd name="connsiteY0" fmla="*/ 0 h 65478"/>
                  <a:gd name="connsiteX1" fmla="*/ 0 w 135346"/>
                  <a:gd name="connsiteY1" fmla="*/ 65478 h 65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5346" h="65478">
                    <a:moveTo>
                      <a:pt x="135346" y="0"/>
                    </a:moveTo>
                    <a:lnTo>
                      <a:pt x="0" y="65478"/>
                    </a:lnTo>
                  </a:path>
                </a:pathLst>
              </a:custGeom>
              <a:noFill/>
              <a:ln w="24912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21" name="Image 3" descr=" ">
                <a:extLst>
                  <a:ext uri="{FF2B5EF4-FFF2-40B4-BE49-F238E27FC236}">
                    <a16:creationId xmlns:a16="http://schemas.microsoft.com/office/drawing/2014/main" id="{E6E8F543-EE3E-6EF9-C7D6-51A44F58BD11}"/>
                  </a:ext>
                </a:extLst>
              </p:cNvPr>
              <p:cNvSpPr/>
              <p:nvPr/>
            </p:nvSpPr>
            <p:spPr>
              <a:xfrm>
                <a:off x="3923876" y="6297106"/>
                <a:ext cx="148043" cy="1949"/>
              </a:xfrm>
              <a:custGeom>
                <a:avLst/>
                <a:gdLst>
                  <a:gd name="connsiteX0" fmla="*/ 148044 w 148043"/>
                  <a:gd name="connsiteY0" fmla="*/ 1949 h 1949"/>
                  <a:gd name="connsiteX1" fmla="*/ 0 w 148043"/>
                  <a:gd name="connsiteY1" fmla="*/ 0 h 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043" h="1949">
                    <a:moveTo>
                      <a:pt x="148044" y="1949"/>
                    </a:moveTo>
                    <a:lnTo>
                      <a:pt x="0" y="0"/>
                    </a:lnTo>
                  </a:path>
                </a:pathLst>
              </a:custGeom>
              <a:noFill/>
              <a:ln w="23648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19DF85F1-2446-2454-E91E-C79AD30ABA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496" y="1095562"/>
            <a:ext cx="7243094" cy="3195221"/>
          </a:xfrm>
          <a:custGeom>
            <a:avLst/>
            <a:gdLst>
              <a:gd name="connsiteX0" fmla="*/ 2258705 w 9657459"/>
              <a:gd name="connsiteY0" fmla="*/ 0 h 4260295"/>
              <a:gd name="connsiteX1" fmla="*/ 3123466 w 9657459"/>
              <a:gd name="connsiteY1" fmla="*/ 791228 h 4260295"/>
              <a:gd name="connsiteX2" fmla="*/ 3984206 w 9657459"/>
              <a:gd name="connsiteY2" fmla="*/ 0 h 4260295"/>
              <a:gd name="connsiteX3" fmla="*/ 4841582 w 9657459"/>
              <a:gd name="connsiteY3" fmla="*/ 758396 h 4260295"/>
              <a:gd name="connsiteX4" fmla="*/ 5698963 w 9657459"/>
              <a:gd name="connsiteY4" fmla="*/ 0 h 4260295"/>
              <a:gd name="connsiteX5" fmla="*/ 6549913 w 9657459"/>
              <a:gd name="connsiteY5" fmla="*/ 714689 h 4260295"/>
              <a:gd name="connsiteX6" fmla="*/ 7404520 w 9657459"/>
              <a:gd name="connsiteY6" fmla="*/ 0 h 4260295"/>
              <a:gd name="connsiteX7" fmla="*/ 8272651 w 9657459"/>
              <a:gd name="connsiteY7" fmla="*/ 868047 h 4260295"/>
              <a:gd name="connsiteX8" fmla="*/ 8272651 w 9657459"/>
              <a:gd name="connsiteY8" fmla="*/ 1177835 h 4260295"/>
              <a:gd name="connsiteX9" fmla="*/ 9657459 w 9657459"/>
              <a:gd name="connsiteY9" fmla="*/ 315577 h 4260295"/>
              <a:gd name="connsiteX10" fmla="*/ 9657459 w 9657459"/>
              <a:gd name="connsiteY10" fmla="*/ 3941065 h 4260295"/>
              <a:gd name="connsiteX11" fmla="*/ 8272651 w 9657459"/>
              <a:gd name="connsiteY11" fmla="*/ 3078803 h 4260295"/>
              <a:gd name="connsiteX12" fmla="*/ 8272651 w 9657459"/>
              <a:gd name="connsiteY12" fmla="*/ 3392249 h 4260295"/>
              <a:gd name="connsiteX13" fmla="*/ 7404520 w 9657459"/>
              <a:gd name="connsiteY13" fmla="*/ 4260295 h 4260295"/>
              <a:gd name="connsiteX14" fmla="*/ 6549913 w 9657459"/>
              <a:gd name="connsiteY14" fmla="*/ 3545607 h 4260295"/>
              <a:gd name="connsiteX15" fmla="*/ 5698963 w 9657459"/>
              <a:gd name="connsiteY15" fmla="*/ 4260295 h 4260295"/>
              <a:gd name="connsiteX16" fmla="*/ 4841582 w 9657459"/>
              <a:gd name="connsiteY16" fmla="*/ 3501899 h 4260295"/>
              <a:gd name="connsiteX17" fmla="*/ 3984206 w 9657459"/>
              <a:gd name="connsiteY17" fmla="*/ 4260295 h 4260295"/>
              <a:gd name="connsiteX18" fmla="*/ 3123466 w 9657459"/>
              <a:gd name="connsiteY18" fmla="*/ 3469068 h 4260295"/>
              <a:gd name="connsiteX19" fmla="*/ 2258705 w 9657459"/>
              <a:gd name="connsiteY19" fmla="*/ 4260295 h 4260295"/>
              <a:gd name="connsiteX20" fmla="*/ 1390586 w 9657459"/>
              <a:gd name="connsiteY20" fmla="*/ 3392249 h 4260295"/>
              <a:gd name="connsiteX21" fmla="*/ 1390586 w 9657459"/>
              <a:gd name="connsiteY21" fmla="*/ 3067051 h 4260295"/>
              <a:gd name="connsiteX22" fmla="*/ 0 w 9657459"/>
              <a:gd name="connsiteY22" fmla="*/ 3941065 h 4260295"/>
              <a:gd name="connsiteX23" fmla="*/ 0 w 9657459"/>
              <a:gd name="connsiteY23" fmla="*/ 315577 h 4260295"/>
              <a:gd name="connsiteX24" fmla="*/ 1390586 w 9657459"/>
              <a:gd name="connsiteY24" fmla="*/ 1189588 h 4260295"/>
              <a:gd name="connsiteX25" fmla="*/ 1390586 w 9657459"/>
              <a:gd name="connsiteY25" fmla="*/ 868047 h 4260295"/>
              <a:gd name="connsiteX26" fmla="*/ 2258705 w 9657459"/>
              <a:gd name="connsiteY26" fmla="*/ 0 h 4260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657459" h="4260295">
                <a:moveTo>
                  <a:pt x="2258705" y="0"/>
                </a:moveTo>
                <a:cubicBezTo>
                  <a:pt x="2712265" y="0"/>
                  <a:pt x="3084580" y="347801"/>
                  <a:pt x="3123466" y="791228"/>
                </a:cubicBezTo>
                <a:cubicBezTo>
                  <a:pt x="3160262" y="348136"/>
                  <a:pt x="3531575" y="0"/>
                  <a:pt x="3984206" y="0"/>
                </a:cubicBezTo>
                <a:cubicBezTo>
                  <a:pt x="4425593" y="0"/>
                  <a:pt x="4789654" y="331058"/>
                  <a:pt x="4841582" y="758396"/>
                </a:cubicBezTo>
                <a:cubicBezTo>
                  <a:pt x="4893516" y="331058"/>
                  <a:pt x="5257576" y="0"/>
                  <a:pt x="5698963" y="0"/>
                </a:cubicBezTo>
                <a:cubicBezTo>
                  <a:pt x="6125188" y="0"/>
                  <a:pt x="6479304" y="308695"/>
                  <a:pt x="6549913" y="714689"/>
                </a:cubicBezTo>
                <a:cubicBezTo>
                  <a:pt x="6622300" y="308424"/>
                  <a:pt x="6977375" y="0"/>
                  <a:pt x="7404520" y="0"/>
                </a:cubicBezTo>
                <a:cubicBezTo>
                  <a:pt x="7883922" y="0"/>
                  <a:pt x="8272651" y="388636"/>
                  <a:pt x="8272651" y="868047"/>
                </a:cubicBezTo>
                <a:lnTo>
                  <a:pt x="8272651" y="1177835"/>
                </a:lnTo>
                <a:cubicBezTo>
                  <a:pt x="8524037" y="667063"/>
                  <a:pt x="9049728" y="315577"/>
                  <a:pt x="9657459" y="315577"/>
                </a:cubicBezTo>
                <a:lnTo>
                  <a:pt x="9657459" y="3941065"/>
                </a:lnTo>
                <a:cubicBezTo>
                  <a:pt x="9049728" y="3941065"/>
                  <a:pt x="8524037" y="3589582"/>
                  <a:pt x="8272651" y="3078803"/>
                </a:cubicBezTo>
                <a:lnTo>
                  <a:pt x="8272651" y="3392249"/>
                </a:lnTo>
                <a:cubicBezTo>
                  <a:pt x="8272651" y="3871656"/>
                  <a:pt x="7883922" y="4260295"/>
                  <a:pt x="7404520" y="4260295"/>
                </a:cubicBezTo>
                <a:cubicBezTo>
                  <a:pt x="6977375" y="4260295"/>
                  <a:pt x="6622300" y="3951871"/>
                  <a:pt x="6549913" y="3545607"/>
                </a:cubicBezTo>
                <a:cubicBezTo>
                  <a:pt x="6479304" y="3951598"/>
                  <a:pt x="6125188" y="4260295"/>
                  <a:pt x="5698963" y="4260295"/>
                </a:cubicBezTo>
                <a:cubicBezTo>
                  <a:pt x="5257576" y="4260295"/>
                  <a:pt x="4893516" y="3929236"/>
                  <a:pt x="4841582" y="3501899"/>
                </a:cubicBezTo>
                <a:cubicBezTo>
                  <a:pt x="4789654" y="3929236"/>
                  <a:pt x="4425593" y="4260295"/>
                  <a:pt x="3984206" y="4260295"/>
                </a:cubicBezTo>
                <a:cubicBezTo>
                  <a:pt x="3531575" y="4260295"/>
                  <a:pt x="3160262" y="3912157"/>
                  <a:pt x="3123466" y="3469068"/>
                </a:cubicBezTo>
                <a:cubicBezTo>
                  <a:pt x="3084580" y="3912494"/>
                  <a:pt x="2712265" y="4260295"/>
                  <a:pt x="2258705" y="4260295"/>
                </a:cubicBezTo>
                <a:cubicBezTo>
                  <a:pt x="1779258" y="4260295"/>
                  <a:pt x="1390586" y="3871656"/>
                  <a:pt x="1390586" y="3392249"/>
                </a:cubicBezTo>
                <a:lnTo>
                  <a:pt x="1390586" y="3067051"/>
                </a:lnTo>
                <a:cubicBezTo>
                  <a:pt x="1141519" y="3584185"/>
                  <a:pt x="612440" y="3941065"/>
                  <a:pt x="0" y="3941065"/>
                </a:cubicBezTo>
                <a:lnTo>
                  <a:pt x="0" y="315577"/>
                </a:lnTo>
                <a:cubicBezTo>
                  <a:pt x="612440" y="315577"/>
                  <a:pt x="1141519" y="672460"/>
                  <a:pt x="1390586" y="1189588"/>
                </a:cubicBezTo>
                <a:lnTo>
                  <a:pt x="1390586" y="868047"/>
                </a:lnTo>
                <a:cubicBezTo>
                  <a:pt x="1390586" y="388636"/>
                  <a:pt x="1779258" y="0"/>
                  <a:pt x="225870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31838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239AF8-0D5F-A22B-1507-FB07CF9E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311" y="477221"/>
            <a:ext cx="3099626" cy="2976372"/>
          </a:xfrm>
        </p:spPr>
        <p:txBody>
          <a:bodyPr anchor="b">
            <a:normAutofit/>
          </a:bodyPr>
          <a:lstStyle>
            <a:lvl1pPr>
              <a:defRPr sz="3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CBE3050-D4D2-D47D-55F8-542C3E35D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8311" y="3548502"/>
            <a:ext cx="3099626" cy="11184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5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CE48FC0D-103D-60E6-6715-D23260938E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248" y="476523"/>
            <a:ext cx="4657701" cy="4190454"/>
          </a:xfrm>
          <a:custGeom>
            <a:avLst/>
            <a:gdLst>
              <a:gd name="connsiteX0" fmla="*/ 1035045 w 6210268"/>
              <a:gd name="connsiteY0" fmla="*/ 0 h 5587272"/>
              <a:gd name="connsiteX1" fmla="*/ 2070089 w 6210268"/>
              <a:gd name="connsiteY1" fmla="*/ 1034915 h 5587272"/>
              <a:gd name="connsiteX2" fmla="*/ 3105134 w 6210268"/>
              <a:gd name="connsiteY2" fmla="*/ 0 h 5587272"/>
              <a:gd name="connsiteX3" fmla="*/ 4140179 w 6210268"/>
              <a:gd name="connsiteY3" fmla="*/ 1034915 h 5587272"/>
              <a:gd name="connsiteX4" fmla="*/ 5175224 w 6210268"/>
              <a:gd name="connsiteY4" fmla="*/ 0 h 5587272"/>
              <a:gd name="connsiteX5" fmla="*/ 6210268 w 6210268"/>
              <a:gd name="connsiteY5" fmla="*/ 1034915 h 5587272"/>
              <a:gd name="connsiteX6" fmla="*/ 6210268 w 6210268"/>
              <a:gd name="connsiteY6" fmla="*/ 4552357 h 5587272"/>
              <a:gd name="connsiteX7" fmla="*/ 5175224 w 6210268"/>
              <a:gd name="connsiteY7" fmla="*/ 5587272 h 5587272"/>
              <a:gd name="connsiteX8" fmla="*/ 4140179 w 6210268"/>
              <a:gd name="connsiteY8" fmla="*/ 4552357 h 5587272"/>
              <a:gd name="connsiteX9" fmla="*/ 3105134 w 6210268"/>
              <a:gd name="connsiteY9" fmla="*/ 5587272 h 5587272"/>
              <a:gd name="connsiteX10" fmla="*/ 2070089 w 6210268"/>
              <a:gd name="connsiteY10" fmla="*/ 4552357 h 5587272"/>
              <a:gd name="connsiteX11" fmla="*/ 1035045 w 6210268"/>
              <a:gd name="connsiteY11" fmla="*/ 5587272 h 5587272"/>
              <a:gd name="connsiteX12" fmla="*/ 0 w 6210268"/>
              <a:gd name="connsiteY12" fmla="*/ 4552357 h 5587272"/>
              <a:gd name="connsiteX13" fmla="*/ 0 w 6210268"/>
              <a:gd name="connsiteY13" fmla="*/ 1034915 h 5587272"/>
              <a:gd name="connsiteX14" fmla="*/ 1035045 w 6210268"/>
              <a:gd name="connsiteY14" fmla="*/ 0 h 5587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10268" h="5587272">
                <a:moveTo>
                  <a:pt x="1035045" y="0"/>
                </a:moveTo>
                <a:cubicBezTo>
                  <a:pt x="1606682" y="0"/>
                  <a:pt x="2070089" y="463347"/>
                  <a:pt x="2070089" y="1034915"/>
                </a:cubicBezTo>
                <a:cubicBezTo>
                  <a:pt x="2070089" y="463347"/>
                  <a:pt x="2533497" y="0"/>
                  <a:pt x="3105134" y="0"/>
                </a:cubicBezTo>
                <a:cubicBezTo>
                  <a:pt x="3676771" y="0"/>
                  <a:pt x="4140179" y="463347"/>
                  <a:pt x="4140179" y="1034915"/>
                </a:cubicBezTo>
                <a:cubicBezTo>
                  <a:pt x="4140179" y="463347"/>
                  <a:pt x="4603587" y="0"/>
                  <a:pt x="5175224" y="0"/>
                </a:cubicBezTo>
                <a:cubicBezTo>
                  <a:pt x="5746860" y="0"/>
                  <a:pt x="6210268" y="463347"/>
                  <a:pt x="6210268" y="1034915"/>
                </a:cubicBezTo>
                <a:lnTo>
                  <a:pt x="6210268" y="4552357"/>
                </a:lnTo>
                <a:cubicBezTo>
                  <a:pt x="6210268" y="5123922"/>
                  <a:pt x="5746860" y="5587272"/>
                  <a:pt x="5175224" y="5587272"/>
                </a:cubicBezTo>
                <a:cubicBezTo>
                  <a:pt x="4603587" y="5587272"/>
                  <a:pt x="4140179" y="5123922"/>
                  <a:pt x="4140179" y="4552357"/>
                </a:cubicBezTo>
                <a:cubicBezTo>
                  <a:pt x="4140179" y="5123922"/>
                  <a:pt x="3676771" y="5587272"/>
                  <a:pt x="3105134" y="5587272"/>
                </a:cubicBezTo>
                <a:cubicBezTo>
                  <a:pt x="2533497" y="5587272"/>
                  <a:pt x="2070089" y="5123922"/>
                  <a:pt x="2070089" y="4552357"/>
                </a:cubicBezTo>
                <a:cubicBezTo>
                  <a:pt x="2070089" y="5123922"/>
                  <a:pt x="1606682" y="5587272"/>
                  <a:pt x="1035045" y="5587272"/>
                </a:cubicBezTo>
                <a:cubicBezTo>
                  <a:pt x="463405" y="5587272"/>
                  <a:pt x="0" y="5123922"/>
                  <a:pt x="0" y="4552357"/>
                </a:cubicBezTo>
                <a:lnTo>
                  <a:pt x="0" y="1034915"/>
                </a:lnTo>
                <a:cubicBezTo>
                  <a:pt x="0" y="463347"/>
                  <a:pt x="463405" y="0"/>
                  <a:pt x="103504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32044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364D48C-0D99-48D7-6338-D4405B71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31" y="1059856"/>
            <a:ext cx="2798064" cy="2132838"/>
          </a:xfrm>
        </p:spPr>
        <p:txBody>
          <a:bodyPr anchor="b">
            <a:normAutofit/>
          </a:bodyPr>
          <a:lstStyle>
            <a:lvl1pPr>
              <a:defRPr sz="27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2F61323-F3FD-2D38-2EE1-E8D34BE04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431" y="3302280"/>
            <a:ext cx="2777490" cy="8423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500" dirty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F99F6D-CADB-BBC8-7D07-BCD00C6A44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10051" y="476523"/>
            <a:ext cx="4657701" cy="4190454"/>
          </a:xfrm>
          <a:custGeom>
            <a:avLst/>
            <a:gdLst>
              <a:gd name="connsiteX0" fmla="*/ 1035045 w 6210268"/>
              <a:gd name="connsiteY0" fmla="*/ 0 h 5587272"/>
              <a:gd name="connsiteX1" fmla="*/ 2070089 w 6210268"/>
              <a:gd name="connsiteY1" fmla="*/ 1034915 h 5587272"/>
              <a:gd name="connsiteX2" fmla="*/ 3105134 w 6210268"/>
              <a:gd name="connsiteY2" fmla="*/ 0 h 5587272"/>
              <a:gd name="connsiteX3" fmla="*/ 4140179 w 6210268"/>
              <a:gd name="connsiteY3" fmla="*/ 1034915 h 5587272"/>
              <a:gd name="connsiteX4" fmla="*/ 5175224 w 6210268"/>
              <a:gd name="connsiteY4" fmla="*/ 0 h 5587272"/>
              <a:gd name="connsiteX5" fmla="*/ 6210268 w 6210268"/>
              <a:gd name="connsiteY5" fmla="*/ 1034915 h 5587272"/>
              <a:gd name="connsiteX6" fmla="*/ 6210268 w 6210268"/>
              <a:gd name="connsiteY6" fmla="*/ 4552357 h 5587272"/>
              <a:gd name="connsiteX7" fmla="*/ 5175224 w 6210268"/>
              <a:gd name="connsiteY7" fmla="*/ 5587272 h 5587272"/>
              <a:gd name="connsiteX8" fmla="*/ 4140179 w 6210268"/>
              <a:gd name="connsiteY8" fmla="*/ 4552357 h 5587272"/>
              <a:gd name="connsiteX9" fmla="*/ 3105134 w 6210268"/>
              <a:gd name="connsiteY9" fmla="*/ 5587272 h 5587272"/>
              <a:gd name="connsiteX10" fmla="*/ 2070089 w 6210268"/>
              <a:gd name="connsiteY10" fmla="*/ 4552357 h 5587272"/>
              <a:gd name="connsiteX11" fmla="*/ 1035045 w 6210268"/>
              <a:gd name="connsiteY11" fmla="*/ 5587272 h 5587272"/>
              <a:gd name="connsiteX12" fmla="*/ 0 w 6210268"/>
              <a:gd name="connsiteY12" fmla="*/ 4552357 h 5587272"/>
              <a:gd name="connsiteX13" fmla="*/ 0 w 6210268"/>
              <a:gd name="connsiteY13" fmla="*/ 1034915 h 5587272"/>
              <a:gd name="connsiteX14" fmla="*/ 1035045 w 6210268"/>
              <a:gd name="connsiteY14" fmla="*/ 0 h 5587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10268" h="5587272">
                <a:moveTo>
                  <a:pt x="1035045" y="0"/>
                </a:moveTo>
                <a:cubicBezTo>
                  <a:pt x="1606682" y="0"/>
                  <a:pt x="2070089" y="463347"/>
                  <a:pt x="2070089" y="1034915"/>
                </a:cubicBezTo>
                <a:cubicBezTo>
                  <a:pt x="2070089" y="463347"/>
                  <a:pt x="2533497" y="0"/>
                  <a:pt x="3105134" y="0"/>
                </a:cubicBezTo>
                <a:cubicBezTo>
                  <a:pt x="3676771" y="0"/>
                  <a:pt x="4140179" y="463347"/>
                  <a:pt x="4140179" y="1034915"/>
                </a:cubicBezTo>
                <a:cubicBezTo>
                  <a:pt x="4140179" y="463347"/>
                  <a:pt x="4603587" y="0"/>
                  <a:pt x="5175224" y="0"/>
                </a:cubicBezTo>
                <a:cubicBezTo>
                  <a:pt x="5746860" y="0"/>
                  <a:pt x="6210268" y="463347"/>
                  <a:pt x="6210268" y="1034915"/>
                </a:cubicBezTo>
                <a:lnTo>
                  <a:pt x="6210268" y="4552357"/>
                </a:lnTo>
                <a:cubicBezTo>
                  <a:pt x="6210268" y="5123922"/>
                  <a:pt x="5746860" y="5587272"/>
                  <a:pt x="5175224" y="5587272"/>
                </a:cubicBezTo>
                <a:cubicBezTo>
                  <a:pt x="4603587" y="5587272"/>
                  <a:pt x="4140179" y="5123922"/>
                  <a:pt x="4140179" y="4552357"/>
                </a:cubicBezTo>
                <a:cubicBezTo>
                  <a:pt x="4140179" y="5123922"/>
                  <a:pt x="3676771" y="5587272"/>
                  <a:pt x="3105134" y="5587272"/>
                </a:cubicBezTo>
                <a:cubicBezTo>
                  <a:pt x="2533497" y="5587272"/>
                  <a:pt x="2070089" y="5123922"/>
                  <a:pt x="2070089" y="4552357"/>
                </a:cubicBezTo>
                <a:cubicBezTo>
                  <a:pt x="2070089" y="5123922"/>
                  <a:pt x="1606682" y="5587272"/>
                  <a:pt x="1035045" y="5587272"/>
                </a:cubicBezTo>
                <a:cubicBezTo>
                  <a:pt x="463405" y="5587272"/>
                  <a:pt x="0" y="5123922"/>
                  <a:pt x="0" y="4552357"/>
                </a:cubicBezTo>
                <a:lnTo>
                  <a:pt x="0" y="1034915"/>
                </a:lnTo>
                <a:cubicBezTo>
                  <a:pt x="0" y="463347"/>
                  <a:pt x="463405" y="0"/>
                  <a:pt x="103504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343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BD7700-8242-D44C-58BE-D8F8AD29A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31" y="411480"/>
            <a:ext cx="2921508" cy="2496312"/>
          </a:xfr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B1390CC-5F41-4741-00F2-821BA21BA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431" y="3367315"/>
            <a:ext cx="2380621" cy="10605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500" dirty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9261DDB-9399-0E98-EC75-6FEAC667FF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10051" y="476523"/>
            <a:ext cx="4657701" cy="4190454"/>
          </a:xfrm>
          <a:custGeom>
            <a:avLst/>
            <a:gdLst>
              <a:gd name="connsiteX0" fmla="*/ 1035045 w 6210268"/>
              <a:gd name="connsiteY0" fmla="*/ 0 h 5587272"/>
              <a:gd name="connsiteX1" fmla="*/ 2070089 w 6210268"/>
              <a:gd name="connsiteY1" fmla="*/ 1034915 h 5587272"/>
              <a:gd name="connsiteX2" fmla="*/ 3105134 w 6210268"/>
              <a:gd name="connsiteY2" fmla="*/ 0 h 5587272"/>
              <a:gd name="connsiteX3" fmla="*/ 4140179 w 6210268"/>
              <a:gd name="connsiteY3" fmla="*/ 1034915 h 5587272"/>
              <a:gd name="connsiteX4" fmla="*/ 5175224 w 6210268"/>
              <a:gd name="connsiteY4" fmla="*/ 0 h 5587272"/>
              <a:gd name="connsiteX5" fmla="*/ 6210268 w 6210268"/>
              <a:gd name="connsiteY5" fmla="*/ 1034915 h 5587272"/>
              <a:gd name="connsiteX6" fmla="*/ 6210268 w 6210268"/>
              <a:gd name="connsiteY6" fmla="*/ 4552357 h 5587272"/>
              <a:gd name="connsiteX7" fmla="*/ 5175224 w 6210268"/>
              <a:gd name="connsiteY7" fmla="*/ 5587272 h 5587272"/>
              <a:gd name="connsiteX8" fmla="*/ 4140179 w 6210268"/>
              <a:gd name="connsiteY8" fmla="*/ 4552357 h 5587272"/>
              <a:gd name="connsiteX9" fmla="*/ 3105134 w 6210268"/>
              <a:gd name="connsiteY9" fmla="*/ 5587272 h 5587272"/>
              <a:gd name="connsiteX10" fmla="*/ 2070089 w 6210268"/>
              <a:gd name="connsiteY10" fmla="*/ 4552357 h 5587272"/>
              <a:gd name="connsiteX11" fmla="*/ 1035045 w 6210268"/>
              <a:gd name="connsiteY11" fmla="*/ 5587272 h 5587272"/>
              <a:gd name="connsiteX12" fmla="*/ 0 w 6210268"/>
              <a:gd name="connsiteY12" fmla="*/ 4552357 h 5587272"/>
              <a:gd name="connsiteX13" fmla="*/ 0 w 6210268"/>
              <a:gd name="connsiteY13" fmla="*/ 1034915 h 5587272"/>
              <a:gd name="connsiteX14" fmla="*/ 1035045 w 6210268"/>
              <a:gd name="connsiteY14" fmla="*/ 0 h 5587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10268" h="5587272">
                <a:moveTo>
                  <a:pt x="1035045" y="0"/>
                </a:moveTo>
                <a:cubicBezTo>
                  <a:pt x="1606682" y="0"/>
                  <a:pt x="2070089" y="463347"/>
                  <a:pt x="2070089" y="1034915"/>
                </a:cubicBezTo>
                <a:cubicBezTo>
                  <a:pt x="2070089" y="463347"/>
                  <a:pt x="2533497" y="0"/>
                  <a:pt x="3105134" y="0"/>
                </a:cubicBezTo>
                <a:cubicBezTo>
                  <a:pt x="3676771" y="0"/>
                  <a:pt x="4140179" y="463347"/>
                  <a:pt x="4140179" y="1034915"/>
                </a:cubicBezTo>
                <a:cubicBezTo>
                  <a:pt x="4140179" y="463347"/>
                  <a:pt x="4603587" y="0"/>
                  <a:pt x="5175224" y="0"/>
                </a:cubicBezTo>
                <a:cubicBezTo>
                  <a:pt x="5746860" y="0"/>
                  <a:pt x="6210268" y="463347"/>
                  <a:pt x="6210268" y="1034915"/>
                </a:cubicBezTo>
                <a:lnTo>
                  <a:pt x="6210268" y="4552357"/>
                </a:lnTo>
                <a:cubicBezTo>
                  <a:pt x="6210268" y="5123922"/>
                  <a:pt x="5746860" y="5587272"/>
                  <a:pt x="5175224" y="5587272"/>
                </a:cubicBezTo>
                <a:cubicBezTo>
                  <a:pt x="4603587" y="5587272"/>
                  <a:pt x="4140179" y="5123922"/>
                  <a:pt x="4140179" y="4552357"/>
                </a:cubicBezTo>
                <a:cubicBezTo>
                  <a:pt x="4140179" y="5123922"/>
                  <a:pt x="3676771" y="5587272"/>
                  <a:pt x="3105134" y="5587272"/>
                </a:cubicBezTo>
                <a:cubicBezTo>
                  <a:pt x="2533497" y="5587272"/>
                  <a:pt x="2070089" y="5123922"/>
                  <a:pt x="2070089" y="4552357"/>
                </a:cubicBezTo>
                <a:cubicBezTo>
                  <a:pt x="2070089" y="5123922"/>
                  <a:pt x="1606682" y="5587272"/>
                  <a:pt x="1035045" y="5587272"/>
                </a:cubicBezTo>
                <a:cubicBezTo>
                  <a:pt x="463405" y="5587272"/>
                  <a:pt x="0" y="5123922"/>
                  <a:pt x="0" y="4552357"/>
                </a:cubicBezTo>
                <a:lnTo>
                  <a:pt x="0" y="1034915"/>
                </a:lnTo>
                <a:cubicBezTo>
                  <a:pt x="0" y="463347"/>
                  <a:pt x="463405" y="0"/>
                  <a:pt x="103504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530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A37C747-050C-623A-C4B0-25A5250B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6" y="411480"/>
            <a:ext cx="5609844" cy="2729484"/>
          </a:xfrm>
        </p:spPr>
        <p:txBody>
          <a:bodyPr>
            <a:noAutofit/>
          </a:bodyPr>
          <a:lstStyle>
            <a:lvl1pPr>
              <a:defRPr sz="525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528155E-6FFF-65E6-3697-41D64FAD7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631" y="3355166"/>
            <a:ext cx="4992917" cy="115900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500" dirty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1B9D499-1DF7-9D5D-3D02-4769D35946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9448" y="3612658"/>
            <a:ext cx="544934" cy="644015"/>
          </a:xfrm>
          <a:prstGeom prst="rect">
            <a:avLst/>
          </a:prstGeom>
        </p:spPr>
      </p:pic>
      <p:pic>
        <p:nvPicPr>
          <p:cNvPr id="10" name="Image 1" descr=" ">
            <a:extLst>
              <a:ext uri="{FF2B5EF4-FFF2-40B4-BE49-F238E27FC236}">
                <a16:creationId xmlns:a16="http://schemas.microsoft.com/office/drawing/2014/main" id="{AF3A2A36-D496-C615-7169-2B3F329ECA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3166" y="3355165"/>
            <a:ext cx="631204" cy="629435"/>
          </a:xfrm>
          <a:prstGeom prst="rect">
            <a:avLst/>
          </a:prstGeom>
        </p:spPr>
      </p:pic>
      <p:pic>
        <p:nvPicPr>
          <p:cNvPr id="11" name="Image 1" descr=" ">
            <a:extLst>
              <a:ext uri="{FF2B5EF4-FFF2-40B4-BE49-F238E27FC236}">
                <a16:creationId xmlns:a16="http://schemas.microsoft.com/office/drawing/2014/main" id="{12BF381D-9FC9-7E48-6378-D5FF0E9F14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4820" y="4285983"/>
            <a:ext cx="441611" cy="44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20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BD2496-1ACD-447D-EF6D-DF3105C1F054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4518F82-81E0-2743-C9B3-563CF1A7FB2E}"/>
              </a:ext>
            </a:extLst>
          </p:cNvPr>
          <p:cNvSpPr/>
          <p:nvPr userDrawn="1"/>
        </p:nvSpPr>
        <p:spPr>
          <a:xfrm>
            <a:off x="731504" y="493397"/>
            <a:ext cx="3100822" cy="4173750"/>
          </a:xfrm>
          <a:custGeom>
            <a:avLst/>
            <a:gdLst>
              <a:gd name="connsiteX0" fmla="*/ 1344992 w 4134429"/>
              <a:gd name="connsiteY0" fmla="*/ 269 h 5565000"/>
              <a:gd name="connsiteX1" fmla="*/ 3172288 w 4134429"/>
              <a:gd name="connsiteY1" fmla="*/ 962759 h 5565000"/>
              <a:gd name="connsiteX2" fmla="*/ 3931649 w 4134429"/>
              <a:gd name="connsiteY2" fmla="*/ 3375444 h 5565000"/>
              <a:gd name="connsiteX3" fmla="*/ 3931649 w 4134429"/>
              <a:gd name="connsiteY3" fmla="*/ 3374809 h 5565000"/>
              <a:gd name="connsiteX4" fmla="*/ 3115781 w 4134429"/>
              <a:gd name="connsiteY4" fmla="*/ 3553221 h 5565000"/>
              <a:gd name="connsiteX5" fmla="*/ 3374827 w 4134429"/>
              <a:gd name="connsiteY5" fmla="*/ 5362100 h 5565000"/>
              <a:gd name="connsiteX6" fmla="*/ 962141 w 4134429"/>
              <a:gd name="connsiteY6" fmla="*/ 4602739 h 5565000"/>
              <a:gd name="connsiteX7" fmla="*/ 202780 w 4134429"/>
              <a:gd name="connsiteY7" fmla="*/ 2190054 h 5565000"/>
              <a:gd name="connsiteX8" fmla="*/ 1018649 w 4134429"/>
              <a:gd name="connsiteY8" fmla="*/ 2011642 h 5565000"/>
              <a:gd name="connsiteX9" fmla="*/ 759603 w 4134429"/>
              <a:gd name="connsiteY9" fmla="*/ 202763 h 5565000"/>
              <a:gd name="connsiteX10" fmla="*/ 1344992 w 4134429"/>
              <a:gd name="connsiteY10" fmla="*/ 269 h 556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34429" h="5565000">
                <a:moveTo>
                  <a:pt x="1344992" y="269"/>
                </a:moveTo>
                <a:cubicBezTo>
                  <a:pt x="1871201" y="11286"/>
                  <a:pt x="2569910" y="360381"/>
                  <a:pt x="3172288" y="962759"/>
                </a:cubicBezTo>
                <a:cubicBezTo>
                  <a:pt x="4047839" y="1838944"/>
                  <a:pt x="4388155" y="2918938"/>
                  <a:pt x="3931649" y="3375444"/>
                </a:cubicBezTo>
                <a:lnTo>
                  <a:pt x="3931649" y="3374809"/>
                </a:lnTo>
                <a:cubicBezTo>
                  <a:pt x="3744984" y="3561475"/>
                  <a:pt x="3454191" y="3614808"/>
                  <a:pt x="3115781" y="3553221"/>
                </a:cubicBezTo>
                <a:cubicBezTo>
                  <a:pt x="3602762" y="4273852"/>
                  <a:pt x="3730380" y="5006546"/>
                  <a:pt x="3374827" y="5362100"/>
                </a:cubicBezTo>
                <a:cubicBezTo>
                  <a:pt x="2918321" y="5818605"/>
                  <a:pt x="1838327" y="5478925"/>
                  <a:pt x="962141" y="4602739"/>
                </a:cubicBezTo>
                <a:cubicBezTo>
                  <a:pt x="86590" y="3726553"/>
                  <a:pt x="-253725" y="2646559"/>
                  <a:pt x="202780" y="2190054"/>
                </a:cubicBezTo>
                <a:cubicBezTo>
                  <a:pt x="389446" y="2003388"/>
                  <a:pt x="680238" y="1950055"/>
                  <a:pt x="1018649" y="2011642"/>
                </a:cubicBezTo>
                <a:cubicBezTo>
                  <a:pt x="531667" y="1291011"/>
                  <a:pt x="404049" y="558316"/>
                  <a:pt x="759603" y="202763"/>
                </a:cubicBezTo>
                <a:cubicBezTo>
                  <a:pt x="902261" y="60105"/>
                  <a:pt x="1105806" y="-4738"/>
                  <a:pt x="1344992" y="269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712" y="521209"/>
            <a:ext cx="4239089" cy="788997"/>
          </a:xfrm>
        </p:spPr>
        <p:txBody>
          <a:bodyPr anchor="b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C8FDDCE-964B-4A2F-B5E3-7D797D44E4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05" y="476353"/>
            <a:ext cx="3100822" cy="4173750"/>
          </a:xfrm>
          <a:custGeom>
            <a:avLst/>
            <a:gdLst>
              <a:gd name="connsiteX0" fmla="*/ 1344992 w 4134429"/>
              <a:gd name="connsiteY0" fmla="*/ 269 h 5565000"/>
              <a:gd name="connsiteX1" fmla="*/ 3172288 w 4134429"/>
              <a:gd name="connsiteY1" fmla="*/ 962759 h 5565000"/>
              <a:gd name="connsiteX2" fmla="*/ 3931649 w 4134429"/>
              <a:gd name="connsiteY2" fmla="*/ 3375444 h 5565000"/>
              <a:gd name="connsiteX3" fmla="*/ 3931649 w 4134429"/>
              <a:gd name="connsiteY3" fmla="*/ 3374809 h 5565000"/>
              <a:gd name="connsiteX4" fmla="*/ 3115781 w 4134429"/>
              <a:gd name="connsiteY4" fmla="*/ 3553221 h 5565000"/>
              <a:gd name="connsiteX5" fmla="*/ 3374827 w 4134429"/>
              <a:gd name="connsiteY5" fmla="*/ 5362100 h 5565000"/>
              <a:gd name="connsiteX6" fmla="*/ 962141 w 4134429"/>
              <a:gd name="connsiteY6" fmla="*/ 4602739 h 5565000"/>
              <a:gd name="connsiteX7" fmla="*/ 202780 w 4134429"/>
              <a:gd name="connsiteY7" fmla="*/ 2190054 h 5565000"/>
              <a:gd name="connsiteX8" fmla="*/ 1018649 w 4134429"/>
              <a:gd name="connsiteY8" fmla="*/ 2011642 h 5565000"/>
              <a:gd name="connsiteX9" fmla="*/ 759603 w 4134429"/>
              <a:gd name="connsiteY9" fmla="*/ 202763 h 5565000"/>
              <a:gd name="connsiteX10" fmla="*/ 1344992 w 4134429"/>
              <a:gd name="connsiteY10" fmla="*/ 269 h 556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34429" h="5565000">
                <a:moveTo>
                  <a:pt x="1344992" y="269"/>
                </a:moveTo>
                <a:cubicBezTo>
                  <a:pt x="1871201" y="11286"/>
                  <a:pt x="2569910" y="360381"/>
                  <a:pt x="3172288" y="962759"/>
                </a:cubicBezTo>
                <a:cubicBezTo>
                  <a:pt x="4047839" y="1838944"/>
                  <a:pt x="4388155" y="2918938"/>
                  <a:pt x="3931649" y="3375444"/>
                </a:cubicBezTo>
                <a:lnTo>
                  <a:pt x="3931649" y="3374809"/>
                </a:lnTo>
                <a:cubicBezTo>
                  <a:pt x="3744984" y="3561475"/>
                  <a:pt x="3454191" y="3614808"/>
                  <a:pt x="3115781" y="3553221"/>
                </a:cubicBezTo>
                <a:cubicBezTo>
                  <a:pt x="3602762" y="4273852"/>
                  <a:pt x="3730380" y="5006546"/>
                  <a:pt x="3374827" y="5362100"/>
                </a:cubicBezTo>
                <a:cubicBezTo>
                  <a:pt x="2918321" y="5818605"/>
                  <a:pt x="1838327" y="5478925"/>
                  <a:pt x="962141" y="4602739"/>
                </a:cubicBezTo>
                <a:cubicBezTo>
                  <a:pt x="86590" y="3726553"/>
                  <a:pt x="-253725" y="2646559"/>
                  <a:pt x="202780" y="2190054"/>
                </a:cubicBezTo>
                <a:cubicBezTo>
                  <a:pt x="389446" y="2003388"/>
                  <a:pt x="680238" y="1950055"/>
                  <a:pt x="1018649" y="2011642"/>
                </a:cubicBezTo>
                <a:cubicBezTo>
                  <a:pt x="531667" y="1291011"/>
                  <a:pt x="404049" y="558316"/>
                  <a:pt x="759603" y="202763"/>
                </a:cubicBezTo>
                <a:cubicBezTo>
                  <a:pt x="902261" y="60105"/>
                  <a:pt x="1105806" y="-4738"/>
                  <a:pt x="1344992" y="269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7712" y="1613592"/>
            <a:ext cx="4239089" cy="3008701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428625" indent="-257175">
              <a:buFont typeface="+mj-lt"/>
              <a:buAutoNum type="arabicPeriod"/>
              <a:defRPr sz="1350"/>
            </a:lvl2pPr>
            <a:lvl3pPr marL="600075" indent="-257175">
              <a:buFont typeface="+mj-lt"/>
              <a:buAutoNum type="arabicPeriod"/>
              <a:defRPr sz="1200"/>
            </a:lvl3pPr>
            <a:lvl4pPr marL="771525" indent="-257175">
              <a:buFont typeface="+mj-lt"/>
              <a:buAutoNum type="arabicPeriod"/>
              <a:defRPr sz="1050"/>
            </a:lvl4pPr>
            <a:lvl5pPr>
              <a:buFont typeface="+mj-lt"/>
              <a:buAutoNum type="arabicPeriod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AE36ECA-06E4-A959-3478-EA23AA9356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A14F3CE-6F72-C18E-9F39-2D8A08A0D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3098" y="4961712"/>
            <a:ext cx="2104054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B4D6CAA-D56A-86C6-A6BA-269FA9A92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9829" y="4961712"/>
            <a:ext cx="321905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34912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10A775-ED92-C678-97A0-F3FCC622EDE3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01" y="747477"/>
            <a:ext cx="4257700" cy="1014281"/>
          </a:xfrm>
        </p:spPr>
        <p:txBody>
          <a:bodyPr anchor="t">
            <a:no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9101" y="2071541"/>
            <a:ext cx="4257701" cy="1209562"/>
          </a:xfrm>
        </p:spPr>
        <p:txBody>
          <a:bodyPr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BC5BF2DA-4E73-341E-37A7-D54807CC9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183A8769-5634-96A8-77E4-5BE545AB0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3098" y="4961712"/>
            <a:ext cx="2104054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9989710-1CCC-F40C-0DD8-276F96D96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9829" y="4961712"/>
            <a:ext cx="321905" cy="1962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5F723F91-B041-68FB-6E1B-E7EC9BB3246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9099" y="476523"/>
            <a:ext cx="3319445" cy="4190454"/>
          </a:xfrm>
          <a:custGeom>
            <a:avLst/>
            <a:gdLst>
              <a:gd name="connsiteX0" fmla="*/ 2212964 w 4425927"/>
              <a:gd name="connsiteY0" fmla="*/ 0 h 5587272"/>
              <a:gd name="connsiteX1" fmla="*/ 4425927 w 4425927"/>
              <a:gd name="connsiteY1" fmla="*/ 1627172 h 5587272"/>
              <a:gd name="connsiteX2" fmla="*/ 3697446 w 4425927"/>
              <a:gd name="connsiteY2" fmla="*/ 2833941 h 5587272"/>
              <a:gd name="connsiteX3" fmla="*/ 4425927 w 4425927"/>
              <a:gd name="connsiteY3" fmla="*/ 3728114 h 5587272"/>
              <a:gd name="connsiteX4" fmla="*/ 3497721 w 4425927"/>
              <a:gd name="connsiteY4" fmla="*/ 4709912 h 5587272"/>
              <a:gd name="connsiteX5" fmla="*/ 4425927 w 4425927"/>
              <a:gd name="connsiteY5" fmla="*/ 5103694 h 5587272"/>
              <a:gd name="connsiteX6" fmla="*/ 2212964 w 4425927"/>
              <a:gd name="connsiteY6" fmla="*/ 5587272 h 5587272"/>
              <a:gd name="connsiteX7" fmla="*/ 0 w 4425927"/>
              <a:gd name="connsiteY7" fmla="*/ 5103694 h 5587272"/>
              <a:gd name="connsiteX8" fmla="*/ 928206 w 4425927"/>
              <a:gd name="connsiteY8" fmla="*/ 4709912 h 5587272"/>
              <a:gd name="connsiteX9" fmla="*/ 0 w 4425927"/>
              <a:gd name="connsiteY9" fmla="*/ 3728114 h 5587272"/>
              <a:gd name="connsiteX10" fmla="*/ 728481 w 4425927"/>
              <a:gd name="connsiteY10" fmla="*/ 2833941 h 5587272"/>
              <a:gd name="connsiteX11" fmla="*/ 0 w 4425927"/>
              <a:gd name="connsiteY11" fmla="*/ 1627172 h 5587272"/>
              <a:gd name="connsiteX12" fmla="*/ 2212964 w 4425927"/>
              <a:gd name="connsiteY12" fmla="*/ 0 h 5587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25927" h="5587272">
                <a:moveTo>
                  <a:pt x="2212964" y="0"/>
                </a:moveTo>
                <a:cubicBezTo>
                  <a:pt x="3435148" y="0"/>
                  <a:pt x="4425927" y="728510"/>
                  <a:pt x="4425927" y="1627172"/>
                </a:cubicBezTo>
                <a:cubicBezTo>
                  <a:pt x="4425927" y="2105824"/>
                  <a:pt x="4144852" y="2536203"/>
                  <a:pt x="3697446" y="2833941"/>
                </a:cubicBezTo>
                <a:cubicBezTo>
                  <a:pt x="4144852" y="3054555"/>
                  <a:pt x="4425927" y="3373455"/>
                  <a:pt x="4425927" y="3728114"/>
                </a:cubicBezTo>
                <a:cubicBezTo>
                  <a:pt x="4425927" y="4132994"/>
                  <a:pt x="4059623" y="4491265"/>
                  <a:pt x="3497721" y="4709912"/>
                </a:cubicBezTo>
                <a:cubicBezTo>
                  <a:pt x="4059623" y="4797607"/>
                  <a:pt x="4425927" y="4941307"/>
                  <a:pt x="4425927" y="5103694"/>
                </a:cubicBezTo>
                <a:cubicBezTo>
                  <a:pt x="4425927" y="5370766"/>
                  <a:pt x="3435148" y="5587272"/>
                  <a:pt x="2212964" y="5587272"/>
                </a:cubicBezTo>
                <a:cubicBezTo>
                  <a:pt x="990779" y="5587272"/>
                  <a:pt x="0" y="5370766"/>
                  <a:pt x="0" y="5103694"/>
                </a:cubicBezTo>
                <a:cubicBezTo>
                  <a:pt x="0" y="4941307"/>
                  <a:pt x="366304" y="4797607"/>
                  <a:pt x="928206" y="4709912"/>
                </a:cubicBezTo>
                <a:cubicBezTo>
                  <a:pt x="366304" y="4491265"/>
                  <a:pt x="0" y="4132994"/>
                  <a:pt x="0" y="3728114"/>
                </a:cubicBezTo>
                <a:cubicBezTo>
                  <a:pt x="0" y="3373455"/>
                  <a:pt x="281074" y="3054555"/>
                  <a:pt x="728481" y="2833941"/>
                </a:cubicBezTo>
                <a:cubicBezTo>
                  <a:pt x="281074" y="2536203"/>
                  <a:pt x="0" y="2105824"/>
                  <a:pt x="0" y="1627172"/>
                </a:cubicBezTo>
                <a:cubicBezTo>
                  <a:pt x="0" y="728510"/>
                  <a:pt x="990779" y="0"/>
                  <a:pt x="2212964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58871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3142AE-C4D2-B571-62A6-F0FC49AB88D2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3D1B3F-713D-CCF3-7BCE-879EA20FE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47" y="487873"/>
            <a:ext cx="4271709" cy="722676"/>
          </a:xfrm>
        </p:spPr>
        <p:txBody>
          <a:bodyPr anchor="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0" y="1520330"/>
            <a:ext cx="4288376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AD668-CF0E-659F-DA49-177920205294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7047E-A4D9-4472-C64B-50716DA38E8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B82B7-CC92-2C13-D3EF-427D419D6C3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227A314-DCEA-A2C7-8C74-3EDD34EBE2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00556" y="476523"/>
            <a:ext cx="3319445" cy="4190454"/>
          </a:xfrm>
          <a:custGeom>
            <a:avLst/>
            <a:gdLst>
              <a:gd name="connsiteX0" fmla="*/ 2212964 w 4425927"/>
              <a:gd name="connsiteY0" fmla="*/ 0 h 5587272"/>
              <a:gd name="connsiteX1" fmla="*/ 4425927 w 4425927"/>
              <a:gd name="connsiteY1" fmla="*/ 1627172 h 5587272"/>
              <a:gd name="connsiteX2" fmla="*/ 3697446 w 4425927"/>
              <a:gd name="connsiteY2" fmla="*/ 2833941 h 5587272"/>
              <a:gd name="connsiteX3" fmla="*/ 4425927 w 4425927"/>
              <a:gd name="connsiteY3" fmla="*/ 3728114 h 5587272"/>
              <a:gd name="connsiteX4" fmla="*/ 3497721 w 4425927"/>
              <a:gd name="connsiteY4" fmla="*/ 4709912 h 5587272"/>
              <a:gd name="connsiteX5" fmla="*/ 4425927 w 4425927"/>
              <a:gd name="connsiteY5" fmla="*/ 5103694 h 5587272"/>
              <a:gd name="connsiteX6" fmla="*/ 2212964 w 4425927"/>
              <a:gd name="connsiteY6" fmla="*/ 5587272 h 5587272"/>
              <a:gd name="connsiteX7" fmla="*/ 0 w 4425927"/>
              <a:gd name="connsiteY7" fmla="*/ 5103694 h 5587272"/>
              <a:gd name="connsiteX8" fmla="*/ 928206 w 4425927"/>
              <a:gd name="connsiteY8" fmla="*/ 4709912 h 5587272"/>
              <a:gd name="connsiteX9" fmla="*/ 0 w 4425927"/>
              <a:gd name="connsiteY9" fmla="*/ 3728114 h 5587272"/>
              <a:gd name="connsiteX10" fmla="*/ 728481 w 4425927"/>
              <a:gd name="connsiteY10" fmla="*/ 2833941 h 5587272"/>
              <a:gd name="connsiteX11" fmla="*/ 0 w 4425927"/>
              <a:gd name="connsiteY11" fmla="*/ 1627172 h 5587272"/>
              <a:gd name="connsiteX12" fmla="*/ 2212964 w 4425927"/>
              <a:gd name="connsiteY12" fmla="*/ 0 h 5587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25927" h="5587272">
                <a:moveTo>
                  <a:pt x="2212964" y="0"/>
                </a:moveTo>
                <a:cubicBezTo>
                  <a:pt x="3435148" y="0"/>
                  <a:pt x="4425927" y="728510"/>
                  <a:pt x="4425927" y="1627172"/>
                </a:cubicBezTo>
                <a:cubicBezTo>
                  <a:pt x="4425927" y="2105824"/>
                  <a:pt x="4144852" y="2536203"/>
                  <a:pt x="3697446" y="2833941"/>
                </a:cubicBezTo>
                <a:cubicBezTo>
                  <a:pt x="4144852" y="3054555"/>
                  <a:pt x="4425927" y="3373455"/>
                  <a:pt x="4425927" y="3728114"/>
                </a:cubicBezTo>
                <a:cubicBezTo>
                  <a:pt x="4425927" y="4132994"/>
                  <a:pt x="4059623" y="4491265"/>
                  <a:pt x="3497721" y="4709912"/>
                </a:cubicBezTo>
                <a:cubicBezTo>
                  <a:pt x="4059623" y="4797607"/>
                  <a:pt x="4425927" y="4941307"/>
                  <a:pt x="4425927" y="5103694"/>
                </a:cubicBezTo>
                <a:cubicBezTo>
                  <a:pt x="4425927" y="5370766"/>
                  <a:pt x="3435148" y="5587272"/>
                  <a:pt x="2212964" y="5587272"/>
                </a:cubicBezTo>
                <a:cubicBezTo>
                  <a:pt x="990779" y="5587272"/>
                  <a:pt x="0" y="5370766"/>
                  <a:pt x="0" y="5103694"/>
                </a:cubicBezTo>
                <a:cubicBezTo>
                  <a:pt x="0" y="4941307"/>
                  <a:pt x="366304" y="4797607"/>
                  <a:pt x="928206" y="4709912"/>
                </a:cubicBezTo>
                <a:cubicBezTo>
                  <a:pt x="366304" y="4491265"/>
                  <a:pt x="0" y="4132994"/>
                  <a:pt x="0" y="3728114"/>
                </a:cubicBezTo>
                <a:cubicBezTo>
                  <a:pt x="0" y="3373455"/>
                  <a:pt x="281074" y="3054555"/>
                  <a:pt x="728481" y="2833941"/>
                </a:cubicBezTo>
                <a:cubicBezTo>
                  <a:pt x="281074" y="2536203"/>
                  <a:pt x="0" y="2105824"/>
                  <a:pt x="0" y="1627172"/>
                </a:cubicBezTo>
                <a:cubicBezTo>
                  <a:pt x="0" y="728510"/>
                  <a:pt x="990779" y="0"/>
                  <a:pt x="2212964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9500019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ABA70B-BDBC-6F23-C2E8-D6364FFBF76A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915" y="344805"/>
            <a:ext cx="3392202" cy="699516"/>
          </a:xfrm>
        </p:spPr>
        <p:txBody>
          <a:bodyPr anchor="b">
            <a:noAutofit/>
          </a:bodyPr>
          <a:lstStyle>
            <a:lvl1pPr>
              <a:def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E1F752B-7713-C2F6-154E-6287643B71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5887" y="536007"/>
            <a:ext cx="4062338" cy="4071487"/>
          </a:xfrm>
          <a:custGeom>
            <a:avLst/>
            <a:gdLst>
              <a:gd name="connsiteX0" fmla="*/ 1073650 w 4070915"/>
              <a:gd name="connsiteY0" fmla="*/ 0 h 4080083"/>
              <a:gd name="connsiteX1" fmla="*/ 2035461 w 4070915"/>
              <a:gd name="connsiteY1" fmla="*/ 595703 h 4080083"/>
              <a:gd name="connsiteX2" fmla="*/ 2997271 w 4070915"/>
              <a:gd name="connsiteY2" fmla="*/ 0 h 4080083"/>
              <a:gd name="connsiteX3" fmla="*/ 4070915 w 4070915"/>
              <a:gd name="connsiteY3" fmla="*/ 1073119 h 4080083"/>
              <a:gd name="connsiteX4" fmla="*/ 3463512 w 4070915"/>
              <a:gd name="connsiteY4" fmla="*/ 2040042 h 4080083"/>
              <a:gd name="connsiteX5" fmla="*/ 4070915 w 4070915"/>
              <a:gd name="connsiteY5" fmla="*/ 3006964 h 4080083"/>
              <a:gd name="connsiteX6" fmla="*/ 2997271 w 4070915"/>
              <a:gd name="connsiteY6" fmla="*/ 4080083 h 4080083"/>
              <a:gd name="connsiteX7" fmla="*/ 2035461 w 4070915"/>
              <a:gd name="connsiteY7" fmla="*/ 3484378 h 4080083"/>
              <a:gd name="connsiteX8" fmla="*/ 1073650 w 4070915"/>
              <a:gd name="connsiteY8" fmla="*/ 4080083 h 4080083"/>
              <a:gd name="connsiteX9" fmla="*/ 0 w 4070915"/>
              <a:gd name="connsiteY9" fmla="*/ 3006964 h 4080083"/>
              <a:gd name="connsiteX10" fmla="*/ 607404 w 4070915"/>
              <a:gd name="connsiteY10" fmla="*/ 2040042 h 4080083"/>
              <a:gd name="connsiteX11" fmla="*/ 0 w 4070915"/>
              <a:gd name="connsiteY11" fmla="*/ 1073119 h 4080083"/>
              <a:gd name="connsiteX12" fmla="*/ 1073650 w 4070915"/>
              <a:gd name="connsiteY12" fmla="*/ 0 h 408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70915" h="4080083">
                <a:moveTo>
                  <a:pt x="1073650" y="0"/>
                </a:moveTo>
                <a:cubicBezTo>
                  <a:pt x="1495016" y="0"/>
                  <a:pt x="1859684" y="242613"/>
                  <a:pt x="2035461" y="595703"/>
                </a:cubicBezTo>
                <a:cubicBezTo>
                  <a:pt x="2211237" y="242613"/>
                  <a:pt x="2575906" y="0"/>
                  <a:pt x="2997271" y="0"/>
                </a:cubicBezTo>
                <a:cubicBezTo>
                  <a:pt x="3590232" y="0"/>
                  <a:pt x="4070915" y="480451"/>
                  <a:pt x="4070915" y="1073119"/>
                </a:cubicBezTo>
                <a:cubicBezTo>
                  <a:pt x="4070915" y="1498792"/>
                  <a:pt x="3822946" y="1866578"/>
                  <a:pt x="3463512" y="2040042"/>
                </a:cubicBezTo>
                <a:cubicBezTo>
                  <a:pt x="3822946" y="2213505"/>
                  <a:pt x="4070915" y="2581291"/>
                  <a:pt x="4070915" y="3006964"/>
                </a:cubicBezTo>
                <a:cubicBezTo>
                  <a:pt x="4070915" y="3599631"/>
                  <a:pt x="3590232" y="4080083"/>
                  <a:pt x="2997271" y="4080083"/>
                </a:cubicBezTo>
                <a:cubicBezTo>
                  <a:pt x="2575906" y="4080083"/>
                  <a:pt x="2211237" y="3837469"/>
                  <a:pt x="2035461" y="3484378"/>
                </a:cubicBezTo>
                <a:cubicBezTo>
                  <a:pt x="1859684" y="3837469"/>
                  <a:pt x="1495016" y="4080083"/>
                  <a:pt x="1073650" y="4080083"/>
                </a:cubicBezTo>
                <a:cubicBezTo>
                  <a:pt x="480689" y="4080083"/>
                  <a:pt x="0" y="3599631"/>
                  <a:pt x="0" y="3006964"/>
                </a:cubicBezTo>
                <a:cubicBezTo>
                  <a:pt x="0" y="2581291"/>
                  <a:pt x="247969" y="2213505"/>
                  <a:pt x="607404" y="2040042"/>
                </a:cubicBezTo>
                <a:cubicBezTo>
                  <a:pt x="247969" y="1866578"/>
                  <a:pt x="0" y="1498792"/>
                  <a:pt x="0" y="1073119"/>
                </a:cubicBezTo>
                <a:cubicBezTo>
                  <a:pt x="0" y="480451"/>
                  <a:pt x="480689" y="0"/>
                  <a:pt x="107365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8666" y="1140333"/>
            <a:ext cx="3384451" cy="1532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41088-49FA-8D02-3917-0B31A904D1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3FD12-C5B3-694A-222B-2E04AB58EDE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6969D-0067-603C-325B-26974A46CE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13504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C89B43F-CBBD-DAD5-221C-5139D7084066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D0243EF-1D61-B903-68F3-095CEEE80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213324"/>
            <a:ext cx="3429000" cy="83099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1" y="1140333"/>
            <a:ext cx="3429000" cy="1532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948C271-B438-C28C-2202-EAEAB5F12A8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73144" y="536007"/>
            <a:ext cx="4062338" cy="4071487"/>
          </a:xfrm>
          <a:custGeom>
            <a:avLst/>
            <a:gdLst>
              <a:gd name="connsiteX0" fmla="*/ 1073650 w 4070915"/>
              <a:gd name="connsiteY0" fmla="*/ 0 h 4080083"/>
              <a:gd name="connsiteX1" fmla="*/ 2035461 w 4070915"/>
              <a:gd name="connsiteY1" fmla="*/ 595703 h 4080083"/>
              <a:gd name="connsiteX2" fmla="*/ 2997271 w 4070915"/>
              <a:gd name="connsiteY2" fmla="*/ 0 h 4080083"/>
              <a:gd name="connsiteX3" fmla="*/ 4070915 w 4070915"/>
              <a:gd name="connsiteY3" fmla="*/ 1073119 h 4080083"/>
              <a:gd name="connsiteX4" fmla="*/ 3463512 w 4070915"/>
              <a:gd name="connsiteY4" fmla="*/ 2040042 h 4080083"/>
              <a:gd name="connsiteX5" fmla="*/ 4070915 w 4070915"/>
              <a:gd name="connsiteY5" fmla="*/ 3006964 h 4080083"/>
              <a:gd name="connsiteX6" fmla="*/ 2997271 w 4070915"/>
              <a:gd name="connsiteY6" fmla="*/ 4080083 h 4080083"/>
              <a:gd name="connsiteX7" fmla="*/ 2035461 w 4070915"/>
              <a:gd name="connsiteY7" fmla="*/ 3484378 h 4080083"/>
              <a:gd name="connsiteX8" fmla="*/ 1073650 w 4070915"/>
              <a:gd name="connsiteY8" fmla="*/ 4080083 h 4080083"/>
              <a:gd name="connsiteX9" fmla="*/ 0 w 4070915"/>
              <a:gd name="connsiteY9" fmla="*/ 3006964 h 4080083"/>
              <a:gd name="connsiteX10" fmla="*/ 607404 w 4070915"/>
              <a:gd name="connsiteY10" fmla="*/ 2040042 h 4080083"/>
              <a:gd name="connsiteX11" fmla="*/ 0 w 4070915"/>
              <a:gd name="connsiteY11" fmla="*/ 1073119 h 4080083"/>
              <a:gd name="connsiteX12" fmla="*/ 1073650 w 4070915"/>
              <a:gd name="connsiteY12" fmla="*/ 0 h 408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70915" h="4080083">
                <a:moveTo>
                  <a:pt x="1073650" y="0"/>
                </a:moveTo>
                <a:cubicBezTo>
                  <a:pt x="1495016" y="0"/>
                  <a:pt x="1859684" y="242613"/>
                  <a:pt x="2035461" y="595703"/>
                </a:cubicBezTo>
                <a:cubicBezTo>
                  <a:pt x="2211237" y="242613"/>
                  <a:pt x="2575906" y="0"/>
                  <a:pt x="2997271" y="0"/>
                </a:cubicBezTo>
                <a:cubicBezTo>
                  <a:pt x="3590232" y="0"/>
                  <a:pt x="4070915" y="480451"/>
                  <a:pt x="4070915" y="1073119"/>
                </a:cubicBezTo>
                <a:cubicBezTo>
                  <a:pt x="4070915" y="1498792"/>
                  <a:pt x="3822946" y="1866578"/>
                  <a:pt x="3463512" y="2040042"/>
                </a:cubicBezTo>
                <a:cubicBezTo>
                  <a:pt x="3822946" y="2213505"/>
                  <a:pt x="4070915" y="2581291"/>
                  <a:pt x="4070915" y="3006964"/>
                </a:cubicBezTo>
                <a:cubicBezTo>
                  <a:pt x="4070915" y="3599631"/>
                  <a:pt x="3590232" y="4080083"/>
                  <a:pt x="2997271" y="4080083"/>
                </a:cubicBezTo>
                <a:cubicBezTo>
                  <a:pt x="2575906" y="4080083"/>
                  <a:pt x="2211237" y="3837469"/>
                  <a:pt x="2035461" y="3484378"/>
                </a:cubicBezTo>
                <a:cubicBezTo>
                  <a:pt x="1859684" y="3837469"/>
                  <a:pt x="1495016" y="4080083"/>
                  <a:pt x="1073650" y="4080083"/>
                </a:cubicBezTo>
                <a:cubicBezTo>
                  <a:pt x="480689" y="4080083"/>
                  <a:pt x="0" y="3599631"/>
                  <a:pt x="0" y="3006964"/>
                </a:cubicBezTo>
                <a:cubicBezTo>
                  <a:pt x="0" y="2581291"/>
                  <a:pt x="247969" y="2213505"/>
                  <a:pt x="607404" y="2040042"/>
                </a:cubicBezTo>
                <a:cubicBezTo>
                  <a:pt x="247969" y="1866578"/>
                  <a:pt x="0" y="1498792"/>
                  <a:pt x="0" y="1073119"/>
                </a:cubicBezTo>
                <a:cubicBezTo>
                  <a:pt x="0" y="480451"/>
                  <a:pt x="480689" y="0"/>
                  <a:pt x="107365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D00A8-266F-46A2-3838-449C6D9B88C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E0CA-F55D-353F-7BC0-CB8643C9FDC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E7AE-F82E-74D3-0755-AE9919C60A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36032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0713" y="1147280"/>
            <a:ext cx="2985994" cy="1145286"/>
          </a:xfrm>
        </p:spPr>
        <p:txBody>
          <a:bodyPr anchor="b">
            <a:no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162F7AB-5502-5F73-3E31-6A73A8FA104E}"/>
              </a:ext>
            </a:extLst>
          </p:cNvPr>
          <p:cNvSpPr/>
          <p:nvPr/>
        </p:nvSpPr>
        <p:spPr>
          <a:xfrm>
            <a:off x="605886" y="476523"/>
            <a:ext cx="4657701" cy="4190454"/>
          </a:xfrm>
          <a:custGeom>
            <a:avLst/>
            <a:gdLst>
              <a:gd name="connsiteX0" fmla="*/ 1035045 w 6210268"/>
              <a:gd name="connsiteY0" fmla="*/ 0 h 5587272"/>
              <a:gd name="connsiteX1" fmla="*/ 2070089 w 6210268"/>
              <a:gd name="connsiteY1" fmla="*/ 1034915 h 5587272"/>
              <a:gd name="connsiteX2" fmla="*/ 3105134 w 6210268"/>
              <a:gd name="connsiteY2" fmla="*/ 0 h 5587272"/>
              <a:gd name="connsiteX3" fmla="*/ 4140179 w 6210268"/>
              <a:gd name="connsiteY3" fmla="*/ 1034915 h 5587272"/>
              <a:gd name="connsiteX4" fmla="*/ 5175224 w 6210268"/>
              <a:gd name="connsiteY4" fmla="*/ 0 h 5587272"/>
              <a:gd name="connsiteX5" fmla="*/ 6210268 w 6210268"/>
              <a:gd name="connsiteY5" fmla="*/ 1034915 h 5587272"/>
              <a:gd name="connsiteX6" fmla="*/ 6210268 w 6210268"/>
              <a:gd name="connsiteY6" fmla="*/ 4552357 h 5587272"/>
              <a:gd name="connsiteX7" fmla="*/ 5175224 w 6210268"/>
              <a:gd name="connsiteY7" fmla="*/ 5587272 h 5587272"/>
              <a:gd name="connsiteX8" fmla="*/ 4140179 w 6210268"/>
              <a:gd name="connsiteY8" fmla="*/ 4552357 h 5587272"/>
              <a:gd name="connsiteX9" fmla="*/ 3105134 w 6210268"/>
              <a:gd name="connsiteY9" fmla="*/ 5587272 h 5587272"/>
              <a:gd name="connsiteX10" fmla="*/ 2070089 w 6210268"/>
              <a:gd name="connsiteY10" fmla="*/ 4552357 h 5587272"/>
              <a:gd name="connsiteX11" fmla="*/ 1035045 w 6210268"/>
              <a:gd name="connsiteY11" fmla="*/ 5587272 h 5587272"/>
              <a:gd name="connsiteX12" fmla="*/ 0 w 6210268"/>
              <a:gd name="connsiteY12" fmla="*/ 4552357 h 5587272"/>
              <a:gd name="connsiteX13" fmla="*/ 0 w 6210268"/>
              <a:gd name="connsiteY13" fmla="*/ 1034915 h 5587272"/>
              <a:gd name="connsiteX14" fmla="*/ 1035045 w 6210268"/>
              <a:gd name="connsiteY14" fmla="*/ 0 h 5587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10268" h="5587272">
                <a:moveTo>
                  <a:pt x="1035045" y="0"/>
                </a:moveTo>
                <a:cubicBezTo>
                  <a:pt x="1606682" y="0"/>
                  <a:pt x="2070089" y="463347"/>
                  <a:pt x="2070089" y="1034915"/>
                </a:cubicBezTo>
                <a:cubicBezTo>
                  <a:pt x="2070089" y="463347"/>
                  <a:pt x="2533497" y="0"/>
                  <a:pt x="3105134" y="0"/>
                </a:cubicBezTo>
                <a:cubicBezTo>
                  <a:pt x="3676771" y="0"/>
                  <a:pt x="4140179" y="463347"/>
                  <a:pt x="4140179" y="1034915"/>
                </a:cubicBezTo>
                <a:cubicBezTo>
                  <a:pt x="4140179" y="463347"/>
                  <a:pt x="4603587" y="0"/>
                  <a:pt x="5175224" y="0"/>
                </a:cubicBezTo>
                <a:cubicBezTo>
                  <a:pt x="5746860" y="0"/>
                  <a:pt x="6210268" y="463347"/>
                  <a:pt x="6210268" y="1034915"/>
                </a:cubicBezTo>
                <a:lnTo>
                  <a:pt x="6210268" y="4552357"/>
                </a:lnTo>
                <a:cubicBezTo>
                  <a:pt x="6210268" y="5123922"/>
                  <a:pt x="5746860" y="5587272"/>
                  <a:pt x="5175224" y="5587272"/>
                </a:cubicBezTo>
                <a:cubicBezTo>
                  <a:pt x="4603587" y="5587272"/>
                  <a:pt x="4140179" y="5123922"/>
                  <a:pt x="4140179" y="4552357"/>
                </a:cubicBezTo>
                <a:cubicBezTo>
                  <a:pt x="4140179" y="5123922"/>
                  <a:pt x="3676771" y="5587272"/>
                  <a:pt x="3105134" y="5587272"/>
                </a:cubicBezTo>
                <a:cubicBezTo>
                  <a:pt x="2533497" y="5587272"/>
                  <a:pt x="2070089" y="5123922"/>
                  <a:pt x="2070089" y="4552357"/>
                </a:cubicBezTo>
                <a:cubicBezTo>
                  <a:pt x="2070089" y="5123922"/>
                  <a:pt x="1606682" y="5587272"/>
                  <a:pt x="1035045" y="5587272"/>
                </a:cubicBezTo>
                <a:cubicBezTo>
                  <a:pt x="463405" y="5587272"/>
                  <a:pt x="0" y="5123922"/>
                  <a:pt x="0" y="4552357"/>
                </a:cubicBezTo>
                <a:lnTo>
                  <a:pt x="0" y="1034915"/>
                </a:lnTo>
                <a:cubicBezTo>
                  <a:pt x="0" y="463347"/>
                  <a:pt x="463405" y="0"/>
                  <a:pt x="1035045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2213A4A-589A-0031-2AE7-A741A5DA8AFC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A650347-7F75-4D98-43C2-1D165C64FB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5886" y="476523"/>
            <a:ext cx="4657701" cy="4190454"/>
          </a:xfrm>
          <a:custGeom>
            <a:avLst/>
            <a:gdLst>
              <a:gd name="connsiteX0" fmla="*/ 1035045 w 6210268"/>
              <a:gd name="connsiteY0" fmla="*/ 0 h 5587272"/>
              <a:gd name="connsiteX1" fmla="*/ 2070089 w 6210268"/>
              <a:gd name="connsiteY1" fmla="*/ 1034915 h 5587272"/>
              <a:gd name="connsiteX2" fmla="*/ 3105134 w 6210268"/>
              <a:gd name="connsiteY2" fmla="*/ 0 h 5587272"/>
              <a:gd name="connsiteX3" fmla="*/ 4140179 w 6210268"/>
              <a:gd name="connsiteY3" fmla="*/ 1034915 h 5587272"/>
              <a:gd name="connsiteX4" fmla="*/ 5175224 w 6210268"/>
              <a:gd name="connsiteY4" fmla="*/ 0 h 5587272"/>
              <a:gd name="connsiteX5" fmla="*/ 6210268 w 6210268"/>
              <a:gd name="connsiteY5" fmla="*/ 1034915 h 5587272"/>
              <a:gd name="connsiteX6" fmla="*/ 6210268 w 6210268"/>
              <a:gd name="connsiteY6" fmla="*/ 4552357 h 5587272"/>
              <a:gd name="connsiteX7" fmla="*/ 5175224 w 6210268"/>
              <a:gd name="connsiteY7" fmla="*/ 5587272 h 5587272"/>
              <a:gd name="connsiteX8" fmla="*/ 4140179 w 6210268"/>
              <a:gd name="connsiteY8" fmla="*/ 4552357 h 5587272"/>
              <a:gd name="connsiteX9" fmla="*/ 3105134 w 6210268"/>
              <a:gd name="connsiteY9" fmla="*/ 5587272 h 5587272"/>
              <a:gd name="connsiteX10" fmla="*/ 2070089 w 6210268"/>
              <a:gd name="connsiteY10" fmla="*/ 4552357 h 5587272"/>
              <a:gd name="connsiteX11" fmla="*/ 1035045 w 6210268"/>
              <a:gd name="connsiteY11" fmla="*/ 5587272 h 5587272"/>
              <a:gd name="connsiteX12" fmla="*/ 0 w 6210268"/>
              <a:gd name="connsiteY12" fmla="*/ 4552357 h 5587272"/>
              <a:gd name="connsiteX13" fmla="*/ 0 w 6210268"/>
              <a:gd name="connsiteY13" fmla="*/ 1034915 h 5587272"/>
              <a:gd name="connsiteX14" fmla="*/ 1035045 w 6210268"/>
              <a:gd name="connsiteY14" fmla="*/ 0 h 5587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10268" h="5587272">
                <a:moveTo>
                  <a:pt x="1035045" y="0"/>
                </a:moveTo>
                <a:cubicBezTo>
                  <a:pt x="1606682" y="0"/>
                  <a:pt x="2070089" y="463347"/>
                  <a:pt x="2070089" y="1034915"/>
                </a:cubicBezTo>
                <a:cubicBezTo>
                  <a:pt x="2070089" y="463347"/>
                  <a:pt x="2533497" y="0"/>
                  <a:pt x="3105134" y="0"/>
                </a:cubicBezTo>
                <a:cubicBezTo>
                  <a:pt x="3676771" y="0"/>
                  <a:pt x="4140179" y="463347"/>
                  <a:pt x="4140179" y="1034915"/>
                </a:cubicBezTo>
                <a:cubicBezTo>
                  <a:pt x="4140179" y="463347"/>
                  <a:pt x="4603587" y="0"/>
                  <a:pt x="5175224" y="0"/>
                </a:cubicBezTo>
                <a:cubicBezTo>
                  <a:pt x="5746860" y="0"/>
                  <a:pt x="6210268" y="463347"/>
                  <a:pt x="6210268" y="1034915"/>
                </a:cubicBezTo>
                <a:lnTo>
                  <a:pt x="6210268" y="4552357"/>
                </a:lnTo>
                <a:cubicBezTo>
                  <a:pt x="6210268" y="5123922"/>
                  <a:pt x="5746860" y="5587272"/>
                  <a:pt x="5175224" y="5587272"/>
                </a:cubicBezTo>
                <a:cubicBezTo>
                  <a:pt x="4603587" y="5587272"/>
                  <a:pt x="4140179" y="5123922"/>
                  <a:pt x="4140179" y="4552357"/>
                </a:cubicBezTo>
                <a:cubicBezTo>
                  <a:pt x="4140179" y="5123922"/>
                  <a:pt x="3676771" y="5587272"/>
                  <a:pt x="3105134" y="5587272"/>
                </a:cubicBezTo>
                <a:cubicBezTo>
                  <a:pt x="2533497" y="5587272"/>
                  <a:pt x="2070089" y="5123922"/>
                  <a:pt x="2070089" y="4552357"/>
                </a:cubicBezTo>
                <a:cubicBezTo>
                  <a:pt x="2070089" y="5123922"/>
                  <a:pt x="1606682" y="5587272"/>
                  <a:pt x="1035045" y="5587272"/>
                </a:cubicBezTo>
                <a:cubicBezTo>
                  <a:pt x="463405" y="5587272"/>
                  <a:pt x="0" y="5123922"/>
                  <a:pt x="0" y="4552357"/>
                </a:cubicBezTo>
                <a:lnTo>
                  <a:pt x="0" y="1034915"/>
                </a:lnTo>
                <a:cubicBezTo>
                  <a:pt x="0" y="463347"/>
                  <a:pt x="463405" y="0"/>
                  <a:pt x="103504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0809" y="2369452"/>
            <a:ext cx="2985993" cy="1532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F79309E-A666-B0F8-90DD-1CB00660E7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288EBC0-79CF-47C8-D467-C186569AED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25C419-73F8-6365-184F-570631B7F1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37945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3142AE-C4D2-B571-62A6-F0FC49AB88D2}"/>
              </a:ext>
            </a:extLst>
          </p:cNvPr>
          <p:cNvSpPr/>
          <p:nvPr/>
        </p:nvSpPr>
        <p:spPr>
          <a:xfrm>
            <a:off x="0" y="0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CF32BE-7AF8-CC18-C9E4-9B104AAD702D}"/>
              </a:ext>
            </a:extLst>
          </p:cNvPr>
          <p:cNvSpPr/>
          <p:nvPr userDrawn="1"/>
        </p:nvSpPr>
        <p:spPr>
          <a:xfrm>
            <a:off x="5512224" y="512406"/>
            <a:ext cx="2890378" cy="4148198"/>
          </a:xfrm>
          <a:custGeom>
            <a:avLst/>
            <a:gdLst>
              <a:gd name="connsiteX0" fmla="*/ 710612 w 3853837"/>
              <a:gd name="connsiteY0" fmla="*/ 0 h 5530931"/>
              <a:gd name="connsiteX1" fmla="*/ 3143225 w 3853837"/>
              <a:gd name="connsiteY1" fmla="*/ 0 h 5530931"/>
              <a:gd name="connsiteX2" fmla="*/ 3853837 w 3853837"/>
              <a:gd name="connsiteY2" fmla="*/ 710612 h 5530931"/>
              <a:gd name="connsiteX3" fmla="*/ 3419827 w 3853837"/>
              <a:gd name="connsiteY3" fmla="*/ 1365381 h 5530931"/>
              <a:gd name="connsiteX4" fmla="*/ 3322596 w 3853837"/>
              <a:gd name="connsiteY4" fmla="*/ 1395563 h 5530931"/>
              <a:gd name="connsiteX5" fmla="*/ 3419827 w 3853837"/>
              <a:gd name="connsiteY5" fmla="*/ 1425746 h 5530931"/>
              <a:gd name="connsiteX6" fmla="*/ 3853837 w 3853837"/>
              <a:gd name="connsiteY6" fmla="*/ 2080514 h 5530931"/>
              <a:gd name="connsiteX7" fmla="*/ 3419827 w 3853837"/>
              <a:gd name="connsiteY7" fmla="*/ 2735282 h 5530931"/>
              <a:gd name="connsiteX8" fmla="*/ 3322596 w 3853837"/>
              <a:gd name="connsiteY8" fmla="*/ 2765465 h 5530931"/>
              <a:gd name="connsiteX9" fmla="*/ 3419827 w 3853837"/>
              <a:gd name="connsiteY9" fmla="*/ 2795647 h 5530931"/>
              <a:gd name="connsiteX10" fmla="*/ 3853837 w 3853837"/>
              <a:gd name="connsiteY10" fmla="*/ 3450416 h 5530931"/>
              <a:gd name="connsiteX11" fmla="*/ 3419827 w 3853837"/>
              <a:gd name="connsiteY11" fmla="*/ 4105184 h 5530931"/>
              <a:gd name="connsiteX12" fmla="*/ 3322594 w 3853837"/>
              <a:gd name="connsiteY12" fmla="*/ 4135368 h 5530931"/>
              <a:gd name="connsiteX13" fmla="*/ 3419827 w 3853837"/>
              <a:gd name="connsiteY13" fmla="*/ 4165551 h 5530931"/>
              <a:gd name="connsiteX14" fmla="*/ 3853837 w 3853837"/>
              <a:gd name="connsiteY14" fmla="*/ 4820319 h 5530931"/>
              <a:gd name="connsiteX15" fmla="*/ 3143225 w 3853837"/>
              <a:gd name="connsiteY15" fmla="*/ 5530931 h 5530931"/>
              <a:gd name="connsiteX16" fmla="*/ 710612 w 3853837"/>
              <a:gd name="connsiteY16" fmla="*/ 5530931 h 5530931"/>
              <a:gd name="connsiteX17" fmla="*/ 0 w 3853837"/>
              <a:gd name="connsiteY17" fmla="*/ 4820319 h 5530931"/>
              <a:gd name="connsiteX18" fmla="*/ 434010 w 3853837"/>
              <a:gd name="connsiteY18" fmla="*/ 4165551 h 5530931"/>
              <a:gd name="connsiteX19" fmla="*/ 531244 w 3853837"/>
              <a:gd name="connsiteY19" fmla="*/ 4135368 h 5530931"/>
              <a:gd name="connsiteX20" fmla="*/ 434010 w 3853837"/>
              <a:gd name="connsiteY20" fmla="*/ 4105184 h 5530931"/>
              <a:gd name="connsiteX21" fmla="*/ 0 w 3853837"/>
              <a:gd name="connsiteY21" fmla="*/ 3450416 h 5530931"/>
              <a:gd name="connsiteX22" fmla="*/ 434010 w 3853837"/>
              <a:gd name="connsiteY22" fmla="*/ 2795647 h 5530931"/>
              <a:gd name="connsiteX23" fmla="*/ 531242 w 3853837"/>
              <a:gd name="connsiteY23" fmla="*/ 2765465 h 5530931"/>
              <a:gd name="connsiteX24" fmla="*/ 434010 w 3853837"/>
              <a:gd name="connsiteY24" fmla="*/ 2735282 h 5530931"/>
              <a:gd name="connsiteX25" fmla="*/ 0 w 3853837"/>
              <a:gd name="connsiteY25" fmla="*/ 2080514 h 5530931"/>
              <a:gd name="connsiteX26" fmla="*/ 434010 w 3853837"/>
              <a:gd name="connsiteY26" fmla="*/ 1425746 h 5530931"/>
              <a:gd name="connsiteX27" fmla="*/ 531242 w 3853837"/>
              <a:gd name="connsiteY27" fmla="*/ 1395563 h 5530931"/>
              <a:gd name="connsiteX28" fmla="*/ 434010 w 3853837"/>
              <a:gd name="connsiteY28" fmla="*/ 1365381 h 5530931"/>
              <a:gd name="connsiteX29" fmla="*/ 0 w 3853837"/>
              <a:gd name="connsiteY29" fmla="*/ 710612 h 5530931"/>
              <a:gd name="connsiteX30" fmla="*/ 710612 w 3853837"/>
              <a:gd name="connsiteY30" fmla="*/ 0 h 553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53837" h="5530931">
                <a:moveTo>
                  <a:pt x="710612" y="0"/>
                </a:moveTo>
                <a:lnTo>
                  <a:pt x="3143225" y="0"/>
                </a:lnTo>
                <a:cubicBezTo>
                  <a:pt x="3535685" y="0"/>
                  <a:pt x="3853837" y="318152"/>
                  <a:pt x="3853837" y="710612"/>
                </a:cubicBezTo>
                <a:cubicBezTo>
                  <a:pt x="3853837" y="1004957"/>
                  <a:pt x="3674877" y="1257504"/>
                  <a:pt x="3419827" y="1365381"/>
                </a:cubicBezTo>
                <a:lnTo>
                  <a:pt x="3322596" y="1395563"/>
                </a:lnTo>
                <a:lnTo>
                  <a:pt x="3419827" y="1425746"/>
                </a:lnTo>
                <a:cubicBezTo>
                  <a:pt x="3674877" y="1533622"/>
                  <a:pt x="3853837" y="1786169"/>
                  <a:pt x="3853837" y="2080514"/>
                </a:cubicBezTo>
                <a:cubicBezTo>
                  <a:pt x="3853837" y="2374859"/>
                  <a:pt x="3674877" y="2627406"/>
                  <a:pt x="3419827" y="2735282"/>
                </a:cubicBezTo>
                <a:lnTo>
                  <a:pt x="3322596" y="2765465"/>
                </a:lnTo>
                <a:lnTo>
                  <a:pt x="3419827" y="2795647"/>
                </a:lnTo>
                <a:cubicBezTo>
                  <a:pt x="3674877" y="2903524"/>
                  <a:pt x="3853837" y="3156071"/>
                  <a:pt x="3853837" y="3450416"/>
                </a:cubicBezTo>
                <a:cubicBezTo>
                  <a:pt x="3853837" y="3744761"/>
                  <a:pt x="3674877" y="3997308"/>
                  <a:pt x="3419827" y="4105184"/>
                </a:cubicBezTo>
                <a:lnTo>
                  <a:pt x="3322594" y="4135368"/>
                </a:lnTo>
                <a:lnTo>
                  <a:pt x="3419827" y="4165551"/>
                </a:lnTo>
                <a:cubicBezTo>
                  <a:pt x="3674877" y="4273428"/>
                  <a:pt x="3853837" y="4525974"/>
                  <a:pt x="3853837" y="4820319"/>
                </a:cubicBezTo>
                <a:cubicBezTo>
                  <a:pt x="3853837" y="5212779"/>
                  <a:pt x="3535685" y="5530931"/>
                  <a:pt x="3143225" y="5530931"/>
                </a:cubicBezTo>
                <a:lnTo>
                  <a:pt x="710612" y="5530931"/>
                </a:lnTo>
                <a:cubicBezTo>
                  <a:pt x="318152" y="5530931"/>
                  <a:pt x="0" y="5212779"/>
                  <a:pt x="0" y="4820319"/>
                </a:cubicBezTo>
                <a:cubicBezTo>
                  <a:pt x="0" y="4525974"/>
                  <a:pt x="178961" y="4273428"/>
                  <a:pt x="434010" y="4165551"/>
                </a:cubicBezTo>
                <a:lnTo>
                  <a:pt x="531244" y="4135368"/>
                </a:lnTo>
                <a:lnTo>
                  <a:pt x="434010" y="4105184"/>
                </a:lnTo>
                <a:cubicBezTo>
                  <a:pt x="178961" y="3997308"/>
                  <a:pt x="0" y="3744761"/>
                  <a:pt x="0" y="3450416"/>
                </a:cubicBezTo>
                <a:cubicBezTo>
                  <a:pt x="0" y="3156071"/>
                  <a:pt x="178961" y="2903524"/>
                  <a:pt x="434010" y="2795647"/>
                </a:cubicBezTo>
                <a:lnTo>
                  <a:pt x="531242" y="2765465"/>
                </a:lnTo>
                <a:lnTo>
                  <a:pt x="434010" y="2735282"/>
                </a:lnTo>
                <a:cubicBezTo>
                  <a:pt x="178961" y="2627406"/>
                  <a:pt x="0" y="2374859"/>
                  <a:pt x="0" y="2080514"/>
                </a:cubicBezTo>
                <a:cubicBezTo>
                  <a:pt x="0" y="1786169"/>
                  <a:pt x="178961" y="1533622"/>
                  <a:pt x="434010" y="1425746"/>
                </a:cubicBezTo>
                <a:lnTo>
                  <a:pt x="531242" y="1395563"/>
                </a:lnTo>
                <a:lnTo>
                  <a:pt x="434010" y="1365381"/>
                </a:lnTo>
                <a:cubicBezTo>
                  <a:pt x="178961" y="1257504"/>
                  <a:pt x="0" y="1004957"/>
                  <a:pt x="0" y="710612"/>
                </a:cubicBezTo>
                <a:cubicBezTo>
                  <a:pt x="0" y="318152"/>
                  <a:pt x="318152" y="0"/>
                  <a:pt x="710612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53F665-FA62-AD82-54E9-7223D5E78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47" y="487873"/>
            <a:ext cx="4288376" cy="722675"/>
          </a:xfrm>
        </p:spPr>
        <p:txBody>
          <a:bodyPr anchor="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246" y="1520331"/>
            <a:ext cx="4271710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0FDF297-7788-1D02-E8B0-BA65AFA5288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10314" y="497653"/>
            <a:ext cx="2890378" cy="4148198"/>
          </a:xfrm>
          <a:custGeom>
            <a:avLst/>
            <a:gdLst>
              <a:gd name="connsiteX0" fmla="*/ 710612 w 3853837"/>
              <a:gd name="connsiteY0" fmla="*/ 0 h 5530931"/>
              <a:gd name="connsiteX1" fmla="*/ 3143225 w 3853837"/>
              <a:gd name="connsiteY1" fmla="*/ 0 h 5530931"/>
              <a:gd name="connsiteX2" fmla="*/ 3853837 w 3853837"/>
              <a:gd name="connsiteY2" fmla="*/ 710612 h 5530931"/>
              <a:gd name="connsiteX3" fmla="*/ 3419827 w 3853837"/>
              <a:gd name="connsiteY3" fmla="*/ 1365381 h 5530931"/>
              <a:gd name="connsiteX4" fmla="*/ 3322596 w 3853837"/>
              <a:gd name="connsiteY4" fmla="*/ 1395563 h 5530931"/>
              <a:gd name="connsiteX5" fmla="*/ 3419827 w 3853837"/>
              <a:gd name="connsiteY5" fmla="*/ 1425746 h 5530931"/>
              <a:gd name="connsiteX6" fmla="*/ 3853837 w 3853837"/>
              <a:gd name="connsiteY6" fmla="*/ 2080514 h 5530931"/>
              <a:gd name="connsiteX7" fmla="*/ 3419827 w 3853837"/>
              <a:gd name="connsiteY7" fmla="*/ 2735282 h 5530931"/>
              <a:gd name="connsiteX8" fmla="*/ 3322596 w 3853837"/>
              <a:gd name="connsiteY8" fmla="*/ 2765465 h 5530931"/>
              <a:gd name="connsiteX9" fmla="*/ 3419827 w 3853837"/>
              <a:gd name="connsiteY9" fmla="*/ 2795647 h 5530931"/>
              <a:gd name="connsiteX10" fmla="*/ 3853837 w 3853837"/>
              <a:gd name="connsiteY10" fmla="*/ 3450416 h 5530931"/>
              <a:gd name="connsiteX11" fmla="*/ 3419827 w 3853837"/>
              <a:gd name="connsiteY11" fmla="*/ 4105184 h 5530931"/>
              <a:gd name="connsiteX12" fmla="*/ 3322594 w 3853837"/>
              <a:gd name="connsiteY12" fmla="*/ 4135368 h 5530931"/>
              <a:gd name="connsiteX13" fmla="*/ 3419827 w 3853837"/>
              <a:gd name="connsiteY13" fmla="*/ 4165551 h 5530931"/>
              <a:gd name="connsiteX14" fmla="*/ 3853837 w 3853837"/>
              <a:gd name="connsiteY14" fmla="*/ 4820319 h 5530931"/>
              <a:gd name="connsiteX15" fmla="*/ 3143225 w 3853837"/>
              <a:gd name="connsiteY15" fmla="*/ 5530931 h 5530931"/>
              <a:gd name="connsiteX16" fmla="*/ 710612 w 3853837"/>
              <a:gd name="connsiteY16" fmla="*/ 5530931 h 5530931"/>
              <a:gd name="connsiteX17" fmla="*/ 0 w 3853837"/>
              <a:gd name="connsiteY17" fmla="*/ 4820319 h 5530931"/>
              <a:gd name="connsiteX18" fmla="*/ 434010 w 3853837"/>
              <a:gd name="connsiteY18" fmla="*/ 4165551 h 5530931"/>
              <a:gd name="connsiteX19" fmla="*/ 531244 w 3853837"/>
              <a:gd name="connsiteY19" fmla="*/ 4135368 h 5530931"/>
              <a:gd name="connsiteX20" fmla="*/ 434010 w 3853837"/>
              <a:gd name="connsiteY20" fmla="*/ 4105184 h 5530931"/>
              <a:gd name="connsiteX21" fmla="*/ 0 w 3853837"/>
              <a:gd name="connsiteY21" fmla="*/ 3450416 h 5530931"/>
              <a:gd name="connsiteX22" fmla="*/ 434010 w 3853837"/>
              <a:gd name="connsiteY22" fmla="*/ 2795647 h 5530931"/>
              <a:gd name="connsiteX23" fmla="*/ 531242 w 3853837"/>
              <a:gd name="connsiteY23" fmla="*/ 2765465 h 5530931"/>
              <a:gd name="connsiteX24" fmla="*/ 434010 w 3853837"/>
              <a:gd name="connsiteY24" fmla="*/ 2735282 h 5530931"/>
              <a:gd name="connsiteX25" fmla="*/ 0 w 3853837"/>
              <a:gd name="connsiteY25" fmla="*/ 2080514 h 5530931"/>
              <a:gd name="connsiteX26" fmla="*/ 434010 w 3853837"/>
              <a:gd name="connsiteY26" fmla="*/ 1425746 h 5530931"/>
              <a:gd name="connsiteX27" fmla="*/ 531242 w 3853837"/>
              <a:gd name="connsiteY27" fmla="*/ 1395563 h 5530931"/>
              <a:gd name="connsiteX28" fmla="*/ 434010 w 3853837"/>
              <a:gd name="connsiteY28" fmla="*/ 1365381 h 5530931"/>
              <a:gd name="connsiteX29" fmla="*/ 0 w 3853837"/>
              <a:gd name="connsiteY29" fmla="*/ 710612 h 5530931"/>
              <a:gd name="connsiteX30" fmla="*/ 710612 w 3853837"/>
              <a:gd name="connsiteY30" fmla="*/ 0 h 553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53837" h="5530931">
                <a:moveTo>
                  <a:pt x="710612" y="0"/>
                </a:moveTo>
                <a:lnTo>
                  <a:pt x="3143225" y="0"/>
                </a:lnTo>
                <a:cubicBezTo>
                  <a:pt x="3535685" y="0"/>
                  <a:pt x="3853837" y="318152"/>
                  <a:pt x="3853837" y="710612"/>
                </a:cubicBezTo>
                <a:cubicBezTo>
                  <a:pt x="3853837" y="1004957"/>
                  <a:pt x="3674877" y="1257504"/>
                  <a:pt x="3419827" y="1365381"/>
                </a:cubicBezTo>
                <a:lnTo>
                  <a:pt x="3322596" y="1395563"/>
                </a:lnTo>
                <a:lnTo>
                  <a:pt x="3419827" y="1425746"/>
                </a:lnTo>
                <a:cubicBezTo>
                  <a:pt x="3674877" y="1533622"/>
                  <a:pt x="3853837" y="1786169"/>
                  <a:pt x="3853837" y="2080514"/>
                </a:cubicBezTo>
                <a:cubicBezTo>
                  <a:pt x="3853837" y="2374859"/>
                  <a:pt x="3674877" y="2627406"/>
                  <a:pt x="3419827" y="2735282"/>
                </a:cubicBezTo>
                <a:lnTo>
                  <a:pt x="3322596" y="2765465"/>
                </a:lnTo>
                <a:lnTo>
                  <a:pt x="3419827" y="2795647"/>
                </a:lnTo>
                <a:cubicBezTo>
                  <a:pt x="3674877" y="2903524"/>
                  <a:pt x="3853837" y="3156071"/>
                  <a:pt x="3853837" y="3450416"/>
                </a:cubicBezTo>
                <a:cubicBezTo>
                  <a:pt x="3853837" y="3744761"/>
                  <a:pt x="3674877" y="3997308"/>
                  <a:pt x="3419827" y="4105184"/>
                </a:cubicBezTo>
                <a:lnTo>
                  <a:pt x="3322594" y="4135368"/>
                </a:lnTo>
                <a:lnTo>
                  <a:pt x="3419827" y="4165551"/>
                </a:lnTo>
                <a:cubicBezTo>
                  <a:pt x="3674877" y="4273428"/>
                  <a:pt x="3853837" y="4525974"/>
                  <a:pt x="3853837" y="4820319"/>
                </a:cubicBezTo>
                <a:cubicBezTo>
                  <a:pt x="3853837" y="5212779"/>
                  <a:pt x="3535685" y="5530931"/>
                  <a:pt x="3143225" y="5530931"/>
                </a:cubicBezTo>
                <a:lnTo>
                  <a:pt x="710612" y="5530931"/>
                </a:lnTo>
                <a:cubicBezTo>
                  <a:pt x="318152" y="5530931"/>
                  <a:pt x="0" y="5212779"/>
                  <a:pt x="0" y="4820319"/>
                </a:cubicBezTo>
                <a:cubicBezTo>
                  <a:pt x="0" y="4525974"/>
                  <a:pt x="178961" y="4273428"/>
                  <a:pt x="434010" y="4165551"/>
                </a:cubicBezTo>
                <a:lnTo>
                  <a:pt x="531244" y="4135368"/>
                </a:lnTo>
                <a:lnTo>
                  <a:pt x="434010" y="4105184"/>
                </a:lnTo>
                <a:cubicBezTo>
                  <a:pt x="178961" y="3997308"/>
                  <a:pt x="0" y="3744761"/>
                  <a:pt x="0" y="3450416"/>
                </a:cubicBezTo>
                <a:cubicBezTo>
                  <a:pt x="0" y="3156071"/>
                  <a:pt x="178961" y="2903524"/>
                  <a:pt x="434010" y="2795647"/>
                </a:cubicBezTo>
                <a:lnTo>
                  <a:pt x="531242" y="2765465"/>
                </a:lnTo>
                <a:lnTo>
                  <a:pt x="434010" y="2735282"/>
                </a:lnTo>
                <a:cubicBezTo>
                  <a:pt x="178961" y="2627406"/>
                  <a:pt x="0" y="2374859"/>
                  <a:pt x="0" y="2080514"/>
                </a:cubicBezTo>
                <a:cubicBezTo>
                  <a:pt x="0" y="1786169"/>
                  <a:pt x="178961" y="1533622"/>
                  <a:pt x="434010" y="1425746"/>
                </a:cubicBezTo>
                <a:lnTo>
                  <a:pt x="531242" y="1395563"/>
                </a:lnTo>
                <a:lnTo>
                  <a:pt x="434010" y="1365381"/>
                </a:lnTo>
                <a:cubicBezTo>
                  <a:pt x="178961" y="1257504"/>
                  <a:pt x="0" y="1004957"/>
                  <a:pt x="0" y="710612"/>
                </a:cubicBezTo>
                <a:cubicBezTo>
                  <a:pt x="0" y="318152"/>
                  <a:pt x="318152" y="0"/>
                  <a:pt x="710612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68A78-9B86-3337-BB34-8B960A2B2003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824E7-DC0F-167A-2CF8-D6548D58895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7618A-2A76-AA39-D2AC-F953E237A6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41343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BEF2F8E-9239-2CF7-6AE0-E9ED178BC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233" y="487873"/>
            <a:ext cx="4288376" cy="722676"/>
          </a:xfrm>
        </p:spPr>
        <p:txBody>
          <a:bodyPr anchor="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C4C0D1A-7DC9-A35B-E140-754FB796060C}"/>
              </a:ext>
            </a:extLst>
          </p:cNvPr>
          <p:cNvSpPr/>
          <p:nvPr userDrawn="1"/>
        </p:nvSpPr>
        <p:spPr>
          <a:xfrm>
            <a:off x="752928" y="512406"/>
            <a:ext cx="2890378" cy="4148198"/>
          </a:xfrm>
          <a:custGeom>
            <a:avLst/>
            <a:gdLst>
              <a:gd name="connsiteX0" fmla="*/ 710612 w 3853837"/>
              <a:gd name="connsiteY0" fmla="*/ 0 h 5530931"/>
              <a:gd name="connsiteX1" fmla="*/ 3143225 w 3853837"/>
              <a:gd name="connsiteY1" fmla="*/ 0 h 5530931"/>
              <a:gd name="connsiteX2" fmla="*/ 3853837 w 3853837"/>
              <a:gd name="connsiteY2" fmla="*/ 710612 h 5530931"/>
              <a:gd name="connsiteX3" fmla="*/ 3419827 w 3853837"/>
              <a:gd name="connsiteY3" fmla="*/ 1365381 h 5530931"/>
              <a:gd name="connsiteX4" fmla="*/ 3322596 w 3853837"/>
              <a:gd name="connsiteY4" fmla="*/ 1395563 h 5530931"/>
              <a:gd name="connsiteX5" fmla="*/ 3419827 w 3853837"/>
              <a:gd name="connsiteY5" fmla="*/ 1425746 h 5530931"/>
              <a:gd name="connsiteX6" fmla="*/ 3853837 w 3853837"/>
              <a:gd name="connsiteY6" fmla="*/ 2080514 h 5530931"/>
              <a:gd name="connsiteX7" fmla="*/ 3419827 w 3853837"/>
              <a:gd name="connsiteY7" fmla="*/ 2735282 h 5530931"/>
              <a:gd name="connsiteX8" fmla="*/ 3322596 w 3853837"/>
              <a:gd name="connsiteY8" fmla="*/ 2765465 h 5530931"/>
              <a:gd name="connsiteX9" fmla="*/ 3419827 w 3853837"/>
              <a:gd name="connsiteY9" fmla="*/ 2795647 h 5530931"/>
              <a:gd name="connsiteX10" fmla="*/ 3853837 w 3853837"/>
              <a:gd name="connsiteY10" fmla="*/ 3450416 h 5530931"/>
              <a:gd name="connsiteX11" fmla="*/ 3419827 w 3853837"/>
              <a:gd name="connsiteY11" fmla="*/ 4105184 h 5530931"/>
              <a:gd name="connsiteX12" fmla="*/ 3322594 w 3853837"/>
              <a:gd name="connsiteY12" fmla="*/ 4135368 h 5530931"/>
              <a:gd name="connsiteX13" fmla="*/ 3419827 w 3853837"/>
              <a:gd name="connsiteY13" fmla="*/ 4165551 h 5530931"/>
              <a:gd name="connsiteX14" fmla="*/ 3853837 w 3853837"/>
              <a:gd name="connsiteY14" fmla="*/ 4820319 h 5530931"/>
              <a:gd name="connsiteX15" fmla="*/ 3143225 w 3853837"/>
              <a:gd name="connsiteY15" fmla="*/ 5530931 h 5530931"/>
              <a:gd name="connsiteX16" fmla="*/ 710612 w 3853837"/>
              <a:gd name="connsiteY16" fmla="*/ 5530931 h 5530931"/>
              <a:gd name="connsiteX17" fmla="*/ 0 w 3853837"/>
              <a:gd name="connsiteY17" fmla="*/ 4820319 h 5530931"/>
              <a:gd name="connsiteX18" fmla="*/ 434010 w 3853837"/>
              <a:gd name="connsiteY18" fmla="*/ 4165551 h 5530931"/>
              <a:gd name="connsiteX19" fmla="*/ 531244 w 3853837"/>
              <a:gd name="connsiteY19" fmla="*/ 4135368 h 5530931"/>
              <a:gd name="connsiteX20" fmla="*/ 434010 w 3853837"/>
              <a:gd name="connsiteY20" fmla="*/ 4105184 h 5530931"/>
              <a:gd name="connsiteX21" fmla="*/ 0 w 3853837"/>
              <a:gd name="connsiteY21" fmla="*/ 3450416 h 5530931"/>
              <a:gd name="connsiteX22" fmla="*/ 434010 w 3853837"/>
              <a:gd name="connsiteY22" fmla="*/ 2795647 h 5530931"/>
              <a:gd name="connsiteX23" fmla="*/ 531242 w 3853837"/>
              <a:gd name="connsiteY23" fmla="*/ 2765465 h 5530931"/>
              <a:gd name="connsiteX24" fmla="*/ 434010 w 3853837"/>
              <a:gd name="connsiteY24" fmla="*/ 2735282 h 5530931"/>
              <a:gd name="connsiteX25" fmla="*/ 0 w 3853837"/>
              <a:gd name="connsiteY25" fmla="*/ 2080514 h 5530931"/>
              <a:gd name="connsiteX26" fmla="*/ 434010 w 3853837"/>
              <a:gd name="connsiteY26" fmla="*/ 1425746 h 5530931"/>
              <a:gd name="connsiteX27" fmla="*/ 531242 w 3853837"/>
              <a:gd name="connsiteY27" fmla="*/ 1395563 h 5530931"/>
              <a:gd name="connsiteX28" fmla="*/ 434010 w 3853837"/>
              <a:gd name="connsiteY28" fmla="*/ 1365381 h 5530931"/>
              <a:gd name="connsiteX29" fmla="*/ 0 w 3853837"/>
              <a:gd name="connsiteY29" fmla="*/ 710612 h 5530931"/>
              <a:gd name="connsiteX30" fmla="*/ 710612 w 3853837"/>
              <a:gd name="connsiteY30" fmla="*/ 0 h 553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53837" h="5530931">
                <a:moveTo>
                  <a:pt x="710612" y="0"/>
                </a:moveTo>
                <a:lnTo>
                  <a:pt x="3143225" y="0"/>
                </a:lnTo>
                <a:cubicBezTo>
                  <a:pt x="3535685" y="0"/>
                  <a:pt x="3853837" y="318152"/>
                  <a:pt x="3853837" y="710612"/>
                </a:cubicBezTo>
                <a:cubicBezTo>
                  <a:pt x="3853837" y="1004957"/>
                  <a:pt x="3674877" y="1257504"/>
                  <a:pt x="3419827" y="1365381"/>
                </a:cubicBezTo>
                <a:lnTo>
                  <a:pt x="3322596" y="1395563"/>
                </a:lnTo>
                <a:lnTo>
                  <a:pt x="3419827" y="1425746"/>
                </a:lnTo>
                <a:cubicBezTo>
                  <a:pt x="3674877" y="1533622"/>
                  <a:pt x="3853837" y="1786169"/>
                  <a:pt x="3853837" y="2080514"/>
                </a:cubicBezTo>
                <a:cubicBezTo>
                  <a:pt x="3853837" y="2374859"/>
                  <a:pt x="3674877" y="2627406"/>
                  <a:pt x="3419827" y="2735282"/>
                </a:cubicBezTo>
                <a:lnTo>
                  <a:pt x="3322596" y="2765465"/>
                </a:lnTo>
                <a:lnTo>
                  <a:pt x="3419827" y="2795647"/>
                </a:lnTo>
                <a:cubicBezTo>
                  <a:pt x="3674877" y="2903524"/>
                  <a:pt x="3853837" y="3156071"/>
                  <a:pt x="3853837" y="3450416"/>
                </a:cubicBezTo>
                <a:cubicBezTo>
                  <a:pt x="3853837" y="3744761"/>
                  <a:pt x="3674877" y="3997308"/>
                  <a:pt x="3419827" y="4105184"/>
                </a:cubicBezTo>
                <a:lnTo>
                  <a:pt x="3322594" y="4135368"/>
                </a:lnTo>
                <a:lnTo>
                  <a:pt x="3419827" y="4165551"/>
                </a:lnTo>
                <a:cubicBezTo>
                  <a:pt x="3674877" y="4273428"/>
                  <a:pt x="3853837" y="4525974"/>
                  <a:pt x="3853837" y="4820319"/>
                </a:cubicBezTo>
                <a:cubicBezTo>
                  <a:pt x="3853837" y="5212779"/>
                  <a:pt x="3535685" y="5530931"/>
                  <a:pt x="3143225" y="5530931"/>
                </a:cubicBezTo>
                <a:lnTo>
                  <a:pt x="710612" y="5530931"/>
                </a:lnTo>
                <a:cubicBezTo>
                  <a:pt x="318152" y="5530931"/>
                  <a:pt x="0" y="5212779"/>
                  <a:pt x="0" y="4820319"/>
                </a:cubicBezTo>
                <a:cubicBezTo>
                  <a:pt x="0" y="4525974"/>
                  <a:pt x="178961" y="4273428"/>
                  <a:pt x="434010" y="4165551"/>
                </a:cubicBezTo>
                <a:lnTo>
                  <a:pt x="531244" y="4135368"/>
                </a:lnTo>
                <a:lnTo>
                  <a:pt x="434010" y="4105184"/>
                </a:lnTo>
                <a:cubicBezTo>
                  <a:pt x="178961" y="3997308"/>
                  <a:pt x="0" y="3744761"/>
                  <a:pt x="0" y="3450416"/>
                </a:cubicBezTo>
                <a:cubicBezTo>
                  <a:pt x="0" y="3156071"/>
                  <a:pt x="178961" y="2903524"/>
                  <a:pt x="434010" y="2795647"/>
                </a:cubicBezTo>
                <a:lnTo>
                  <a:pt x="531242" y="2765465"/>
                </a:lnTo>
                <a:lnTo>
                  <a:pt x="434010" y="2735282"/>
                </a:lnTo>
                <a:cubicBezTo>
                  <a:pt x="178961" y="2627406"/>
                  <a:pt x="0" y="2374859"/>
                  <a:pt x="0" y="2080514"/>
                </a:cubicBezTo>
                <a:cubicBezTo>
                  <a:pt x="0" y="1786169"/>
                  <a:pt x="178961" y="1533622"/>
                  <a:pt x="434010" y="1425746"/>
                </a:cubicBezTo>
                <a:lnTo>
                  <a:pt x="531242" y="1395563"/>
                </a:lnTo>
                <a:lnTo>
                  <a:pt x="434010" y="1365381"/>
                </a:lnTo>
                <a:cubicBezTo>
                  <a:pt x="178961" y="1257504"/>
                  <a:pt x="0" y="1004957"/>
                  <a:pt x="0" y="710612"/>
                </a:cubicBezTo>
                <a:cubicBezTo>
                  <a:pt x="0" y="318152"/>
                  <a:pt x="318152" y="0"/>
                  <a:pt x="710612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B3142AE-C4D2-B571-62A6-F0FC49AB88D2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42792ED-CD0D-0AB1-660B-AB57DB42E8F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52928" y="497653"/>
            <a:ext cx="2890378" cy="4148198"/>
          </a:xfrm>
          <a:custGeom>
            <a:avLst/>
            <a:gdLst>
              <a:gd name="connsiteX0" fmla="*/ 710612 w 3853837"/>
              <a:gd name="connsiteY0" fmla="*/ 0 h 5530931"/>
              <a:gd name="connsiteX1" fmla="*/ 3143225 w 3853837"/>
              <a:gd name="connsiteY1" fmla="*/ 0 h 5530931"/>
              <a:gd name="connsiteX2" fmla="*/ 3853837 w 3853837"/>
              <a:gd name="connsiteY2" fmla="*/ 710612 h 5530931"/>
              <a:gd name="connsiteX3" fmla="*/ 3419827 w 3853837"/>
              <a:gd name="connsiteY3" fmla="*/ 1365381 h 5530931"/>
              <a:gd name="connsiteX4" fmla="*/ 3322596 w 3853837"/>
              <a:gd name="connsiteY4" fmla="*/ 1395563 h 5530931"/>
              <a:gd name="connsiteX5" fmla="*/ 3419827 w 3853837"/>
              <a:gd name="connsiteY5" fmla="*/ 1425746 h 5530931"/>
              <a:gd name="connsiteX6" fmla="*/ 3853837 w 3853837"/>
              <a:gd name="connsiteY6" fmla="*/ 2080514 h 5530931"/>
              <a:gd name="connsiteX7" fmla="*/ 3419827 w 3853837"/>
              <a:gd name="connsiteY7" fmla="*/ 2735282 h 5530931"/>
              <a:gd name="connsiteX8" fmla="*/ 3322596 w 3853837"/>
              <a:gd name="connsiteY8" fmla="*/ 2765465 h 5530931"/>
              <a:gd name="connsiteX9" fmla="*/ 3419827 w 3853837"/>
              <a:gd name="connsiteY9" fmla="*/ 2795647 h 5530931"/>
              <a:gd name="connsiteX10" fmla="*/ 3853837 w 3853837"/>
              <a:gd name="connsiteY10" fmla="*/ 3450416 h 5530931"/>
              <a:gd name="connsiteX11" fmla="*/ 3419827 w 3853837"/>
              <a:gd name="connsiteY11" fmla="*/ 4105184 h 5530931"/>
              <a:gd name="connsiteX12" fmla="*/ 3322594 w 3853837"/>
              <a:gd name="connsiteY12" fmla="*/ 4135368 h 5530931"/>
              <a:gd name="connsiteX13" fmla="*/ 3419827 w 3853837"/>
              <a:gd name="connsiteY13" fmla="*/ 4165551 h 5530931"/>
              <a:gd name="connsiteX14" fmla="*/ 3853837 w 3853837"/>
              <a:gd name="connsiteY14" fmla="*/ 4820319 h 5530931"/>
              <a:gd name="connsiteX15" fmla="*/ 3143225 w 3853837"/>
              <a:gd name="connsiteY15" fmla="*/ 5530931 h 5530931"/>
              <a:gd name="connsiteX16" fmla="*/ 710612 w 3853837"/>
              <a:gd name="connsiteY16" fmla="*/ 5530931 h 5530931"/>
              <a:gd name="connsiteX17" fmla="*/ 0 w 3853837"/>
              <a:gd name="connsiteY17" fmla="*/ 4820319 h 5530931"/>
              <a:gd name="connsiteX18" fmla="*/ 434010 w 3853837"/>
              <a:gd name="connsiteY18" fmla="*/ 4165551 h 5530931"/>
              <a:gd name="connsiteX19" fmla="*/ 531244 w 3853837"/>
              <a:gd name="connsiteY19" fmla="*/ 4135368 h 5530931"/>
              <a:gd name="connsiteX20" fmla="*/ 434010 w 3853837"/>
              <a:gd name="connsiteY20" fmla="*/ 4105184 h 5530931"/>
              <a:gd name="connsiteX21" fmla="*/ 0 w 3853837"/>
              <a:gd name="connsiteY21" fmla="*/ 3450416 h 5530931"/>
              <a:gd name="connsiteX22" fmla="*/ 434010 w 3853837"/>
              <a:gd name="connsiteY22" fmla="*/ 2795647 h 5530931"/>
              <a:gd name="connsiteX23" fmla="*/ 531242 w 3853837"/>
              <a:gd name="connsiteY23" fmla="*/ 2765465 h 5530931"/>
              <a:gd name="connsiteX24" fmla="*/ 434010 w 3853837"/>
              <a:gd name="connsiteY24" fmla="*/ 2735282 h 5530931"/>
              <a:gd name="connsiteX25" fmla="*/ 0 w 3853837"/>
              <a:gd name="connsiteY25" fmla="*/ 2080514 h 5530931"/>
              <a:gd name="connsiteX26" fmla="*/ 434010 w 3853837"/>
              <a:gd name="connsiteY26" fmla="*/ 1425746 h 5530931"/>
              <a:gd name="connsiteX27" fmla="*/ 531242 w 3853837"/>
              <a:gd name="connsiteY27" fmla="*/ 1395563 h 5530931"/>
              <a:gd name="connsiteX28" fmla="*/ 434010 w 3853837"/>
              <a:gd name="connsiteY28" fmla="*/ 1365381 h 5530931"/>
              <a:gd name="connsiteX29" fmla="*/ 0 w 3853837"/>
              <a:gd name="connsiteY29" fmla="*/ 710612 h 5530931"/>
              <a:gd name="connsiteX30" fmla="*/ 710612 w 3853837"/>
              <a:gd name="connsiteY30" fmla="*/ 0 h 553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53837" h="5530931">
                <a:moveTo>
                  <a:pt x="710612" y="0"/>
                </a:moveTo>
                <a:lnTo>
                  <a:pt x="3143225" y="0"/>
                </a:lnTo>
                <a:cubicBezTo>
                  <a:pt x="3535685" y="0"/>
                  <a:pt x="3853837" y="318152"/>
                  <a:pt x="3853837" y="710612"/>
                </a:cubicBezTo>
                <a:cubicBezTo>
                  <a:pt x="3853837" y="1004957"/>
                  <a:pt x="3674877" y="1257504"/>
                  <a:pt x="3419827" y="1365381"/>
                </a:cubicBezTo>
                <a:lnTo>
                  <a:pt x="3322596" y="1395563"/>
                </a:lnTo>
                <a:lnTo>
                  <a:pt x="3419827" y="1425746"/>
                </a:lnTo>
                <a:cubicBezTo>
                  <a:pt x="3674877" y="1533622"/>
                  <a:pt x="3853837" y="1786169"/>
                  <a:pt x="3853837" y="2080514"/>
                </a:cubicBezTo>
                <a:cubicBezTo>
                  <a:pt x="3853837" y="2374859"/>
                  <a:pt x="3674877" y="2627406"/>
                  <a:pt x="3419827" y="2735282"/>
                </a:cubicBezTo>
                <a:lnTo>
                  <a:pt x="3322596" y="2765465"/>
                </a:lnTo>
                <a:lnTo>
                  <a:pt x="3419827" y="2795647"/>
                </a:lnTo>
                <a:cubicBezTo>
                  <a:pt x="3674877" y="2903524"/>
                  <a:pt x="3853837" y="3156071"/>
                  <a:pt x="3853837" y="3450416"/>
                </a:cubicBezTo>
                <a:cubicBezTo>
                  <a:pt x="3853837" y="3744761"/>
                  <a:pt x="3674877" y="3997308"/>
                  <a:pt x="3419827" y="4105184"/>
                </a:cubicBezTo>
                <a:lnTo>
                  <a:pt x="3322594" y="4135368"/>
                </a:lnTo>
                <a:lnTo>
                  <a:pt x="3419827" y="4165551"/>
                </a:lnTo>
                <a:cubicBezTo>
                  <a:pt x="3674877" y="4273428"/>
                  <a:pt x="3853837" y="4525974"/>
                  <a:pt x="3853837" y="4820319"/>
                </a:cubicBezTo>
                <a:cubicBezTo>
                  <a:pt x="3853837" y="5212779"/>
                  <a:pt x="3535685" y="5530931"/>
                  <a:pt x="3143225" y="5530931"/>
                </a:cubicBezTo>
                <a:lnTo>
                  <a:pt x="710612" y="5530931"/>
                </a:lnTo>
                <a:cubicBezTo>
                  <a:pt x="318152" y="5530931"/>
                  <a:pt x="0" y="5212779"/>
                  <a:pt x="0" y="4820319"/>
                </a:cubicBezTo>
                <a:cubicBezTo>
                  <a:pt x="0" y="4525974"/>
                  <a:pt x="178961" y="4273428"/>
                  <a:pt x="434010" y="4165551"/>
                </a:cubicBezTo>
                <a:lnTo>
                  <a:pt x="531244" y="4135368"/>
                </a:lnTo>
                <a:lnTo>
                  <a:pt x="434010" y="4105184"/>
                </a:lnTo>
                <a:cubicBezTo>
                  <a:pt x="178961" y="3997308"/>
                  <a:pt x="0" y="3744761"/>
                  <a:pt x="0" y="3450416"/>
                </a:cubicBezTo>
                <a:cubicBezTo>
                  <a:pt x="0" y="3156071"/>
                  <a:pt x="178961" y="2903524"/>
                  <a:pt x="434010" y="2795647"/>
                </a:cubicBezTo>
                <a:lnTo>
                  <a:pt x="531242" y="2765465"/>
                </a:lnTo>
                <a:lnTo>
                  <a:pt x="434010" y="2735282"/>
                </a:lnTo>
                <a:cubicBezTo>
                  <a:pt x="178961" y="2627406"/>
                  <a:pt x="0" y="2374859"/>
                  <a:pt x="0" y="2080514"/>
                </a:cubicBezTo>
                <a:cubicBezTo>
                  <a:pt x="0" y="1786169"/>
                  <a:pt x="178961" y="1533622"/>
                  <a:pt x="434010" y="1425746"/>
                </a:cubicBezTo>
                <a:lnTo>
                  <a:pt x="531242" y="1395563"/>
                </a:lnTo>
                <a:lnTo>
                  <a:pt x="434010" y="1365381"/>
                </a:lnTo>
                <a:cubicBezTo>
                  <a:pt x="178961" y="1257504"/>
                  <a:pt x="0" y="1004957"/>
                  <a:pt x="0" y="710612"/>
                </a:cubicBezTo>
                <a:cubicBezTo>
                  <a:pt x="0" y="318152"/>
                  <a:pt x="318152" y="0"/>
                  <a:pt x="710612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76200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6422" y="1531606"/>
            <a:ext cx="4288376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17BF0-B2EF-49AB-DD30-9670414E2D50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9DE88-036A-0912-D085-9C52C50DA85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A2807-1272-CDA3-B520-2E5AEA613C4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38426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age 0" descr=" ">
            <a:extLst>
              <a:ext uri="{FF2B5EF4-FFF2-40B4-BE49-F238E27FC236}">
                <a16:creationId xmlns:a16="http://schemas.microsoft.com/office/drawing/2014/main" id="{10C1B6B0-2859-F92A-F4A1-CF0E7F2D30F3}"/>
              </a:ext>
            </a:extLst>
          </p:cNvPr>
          <p:cNvSpPr/>
          <p:nvPr/>
        </p:nvSpPr>
        <p:spPr>
          <a:xfrm>
            <a:off x="8109762" y="3956194"/>
            <a:ext cx="614359" cy="680948"/>
          </a:xfrm>
          <a:custGeom>
            <a:avLst/>
            <a:gdLst>
              <a:gd name="connsiteX0" fmla="*/ 641404 w 819145"/>
              <a:gd name="connsiteY0" fmla="*/ 184729 h 907931"/>
              <a:gd name="connsiteX1" fmla="*/ 665286 w 819145"/>
              <a:gd name="connsiteY1" fmla="*/ 179102 h 907931"/>
              <a:gd name="connsiteX2" fmla="*/ 727008 w 819145"/>
              <a:gd name="connsiteY2" fmla="*/ 140686 h 907931"/>
              <a:gd name="connsiteX3" fmla="*/ 731516 w 819145"/>
              <a:gd name="connsiteY3" fmla="*/ 167546 h 907931"/>
              <a:gd name="connsiteX4" fmla="*/ 673471 w 819145"/>
              <a:gd name="connsiteY4" fmla="*/ 235523 h 907931"/>
              <a:gd name="connsiteX5" fmla="*/ 629342 w 819145"/>
              <a:gd name="connsiteY5" fmla="*/ 276717 h 907931"/>
              <a:gd name="connsiteX6" fmla="*/ 611211 w 819145"/>
              <a:gd name="connsiteY6" fmla="*/ 291201 h 907931"/>
              <a:gd name="connsiteX7" fmla="*/ 583031 w 819145"/>
              <a:gd name="connsiteY7" fmla="*/ 318821 h 907931"/>
              <a:gd name="connsiteX8" fmla="*/ 491020 w 819145"/>
              <a:gd name="connsiteY8" fmla="*/ 409039 h 907931"/>
              <a:gd name="connsiteX9" fmla="*/ 477080 w 819145"/>
              <a:gd name="connsiteY9" fmla="*/ 419377 h 907931"/>
              <a:gd name="connsiteX10" fmla="*/ 457104 w 819145"/>
              <a:gd name="connsiteY10" fmla="*/ 440125 h 907931"/>
              <a:gd name="connsiteX11" fmla="*/ 553436 w 819145"/>
              <a:gd name="connsiteY11" fmla="*/ 495411 h 907931"/>
              <a:gd name="connsiteX12" fmla="*/ 609373 w 819145"/>
              <a:gd name="connsiteY12" fmla="*/ 530433 h 907931"/>
              <a:gd name="connsiteX13" fmla="*/ 653183 w 819145"/>
              <a:gd name="connsiteY13" fmla="*/ 559306 h 907931"/>
              <a:gd name="connsiteX14" fmla="*/ 732399 w 819145"/>
              <a:gd name="connsiteY14" fmla="*/ 593381 h 907931"/>
              <a:gd name="connsiteX15" fmla="*/ 780481 w 819145"/>
              <a:gd name="connsiteY15" fmla="*/ 621935 h 907931"/>
              <a:gd name="connsiteX16" fmla="*/ 794159 w 819145"/>
              <a:gd name="connsiteY16" fmla="*/ 641857 h 907931"/>
              <a:gd name="connsiteX17" fmla="*/ 811170 w 819145"/>
              <a:gd name="connsiteY17" fmla="*/ 688822 h 907931"/>
              <a:gd name="connsiteX18" fmla="*/ 718944 w 819145"/>
              <a:gd name="connsiteY18" fmla="*/ 658771 h 907931"/>
              <a:gd name="connsiteX19" fmla="*/ 632123 w 819145"/>
              <a:gd name="connsiteY19" fmla="*/ 602501 h 907931"/>
              <a:gd name="connsiteX20" fmla="*/ 625619 w 819145"/>
              <a:gd name="connsiteY20" fmla="*/ 595219 h 907931"/>
              <a:gd name="connsiteX21" fmla="*/ 543050 w 819145"/>
              <a:gd name="connsiteY21" fmla="*/ 552059 h 907931"/>
              <a:gd name="connsiteX22" fmla="*/ 473035 w 819145"/>
              <a:gd name="connsiteY22" fmla="*/ 518731 h 907931"/>
              <a:gd name="connsiteX23" fmla="*/ 435588 w 819145"/>
              <a:gd name="connsiteY23" fmla="*/ 501181 h 907931"/>
              <a:gd name="connsiteX24" fmla="*/ 417159 w 819145"/>
              <a:gd name="connsiteY24" fmla="*/ 500323 h 907931"/>
              <a:gd name="connsiteX25" fmla="*/ 429480 w 819145"/>
              <a:gd name="connsiteY25" fmla="*/ 585162 h 907931"/>
              <a:gd name="connsiteX26" fmla="*/ 416218 w 819145"/>
              <a:gd name="connsiteY26" fmla="*/ 618616 h 907931"/>
              <a:gd name="connsiteX27" fmla="*/ 430913 w 819145"/>
              <a:gd name="connsiteY27" fmla="*/ 726384 h 907931"/>
              <a:gd name="connsiteX28" fmla="*/ 422552 w 819145"/>
              <a:gd name="connsiteY28" fmla="*/ 743031 h 907931"/>
              <a:gd name="connsiteX29" fmla="*/ 416026 w 819145"/>
              <a:gd name="connsiteY29" fmla="*/ 842923 h 907931"/>
              <a:gd name="connsiteX30" fmla="*/ 425779 w 819145"/>
              <a:gd name="connsiteY30" fmla="*/ 887627 h 907931"/>
              <a:gd name="connsiteX31" fmla="*/ 387821 w 819145"/>
              <a:gd name="connsiteY31" fmla="*/ 905538 h 907931"/>
              <a:gd name="connsiteX32" fmla="*/ 369533 w 819145"/>
              <a:gd name="connsiteY32" fmla="*/ 859164 h 907931"/>
              <a:gd name="connsiteX33" fmla="*/ 369206 w 819145"/>
              <a:gd name="connsiteY33" fmla="*/ 822205 h 907931"/>
              <a:gd name="connsiteX34" fmla="*/ 357491 w 819145"/>
              <a:gd name="connsiteY34" fmla="*/ 734860 h 907931"/>
              <a:gd name="connsiteX35" fmla="*/ 363837 w 819145"/>
              <a:gd name="connsiteY35" fmla="*/ 684530 h 907931"/>
              <a:gd name="connsiteX36" fmla="*/ 365359 w 819145"/>
              <a:gd name="connsiteY36" fmla="*/ 630437 h 907931"/>
              <a:gd name="connsiteX37" fmla="*/ 371473 w 819145"/>
              <a:gd name="connsiteY37" fmla="*/ 575421 h 907931"/>
              <a:gd name="connsiteX38" fmla="*/ 361826 w 819145"/>
              <a:gd name="connsiteY38" fmla="*/ 536486 h 907931"/>
              <a:gd name="connsiteX39" fmla="*/ 329176 w 819145"/>
              <a:gd name="connsiteY39" fmla="*/ 565767 h 907931"/>
              <a:gd name="connsiteX40" fmla="*/ 287156 w 819145"/>
              <a:gd name="connsiteY40" fmla="*/ 600643 h 907931"/>
              <a:gd name="connsiteX41" fmla="*/ 234904 w 819145"/>
              <a:gd name="connsiteY41" fmla="*/ 655781 h 907931"/>
              <a:gd name="connsiteX42" fmla="*/ 156978 w 819145"/>
              <a:gd name="connsiteY42" fmla="*/ 739838 h 907931"/>
              <a:gd name="connsiteX43" fmla="*/ 137063 w 819145"/>
              <a:gd name="connsiteY43" fmla="*/ 762714 h 907931"/>
              <a:gd name="connsiteX44" fmla="*/ 99500 w 819145"/>
              <a:gd name="connsiteY44" fmla="*/ 770091 h 907931"/>
              <a:gd name="connsiteX45" fmla="*/ 125473 w 819145"/>
              <a:gd name="connsiteY45" fmla="*/ 727571 h 907931"/>
              <a:gd name="connsiteX46" fmla="*/ 349220 w 819145"/>
              <a:gd name="connsiteY46" fmla="*/ 470070 h 907931"/>
              <a:gd name="connsiteX47" fmla="*/ 339867 w 819145"/>
              <a:gd name="connsiteY47" fmla="*/ 452863 h 907931"/>
              <a:gd name="connsiteX48" fmla="*/ 250007 w 819145"/>
              <a:gd name="connsiteY48" fmla="*/ 403759 h 907931"/>
              <a:gd name="connsiteX49" fmla="*/ 169979 w 819145"/>
              <a:gd name="connsiteY49" fmla="*/ 360356 h 907931"/>
              <a:gd name="connsiteX50" fmla="*/ 87322 w 819145"/>
              <a:gd name="connsiteY50" fmla="*/ 322245 h 907931"/>
              <a:gd name="connsiteX51" fmla="*/ 85577 w 819145"/>
              <a:gd name="connsiteY51" fmla="*/ 321980 h 907931"/>
              <a:gd name="connsiteX52" fmla="*/ 4435 w 819145"/>
              <a:gd name="connsiteY52" fmla="*/ 270995 h 907931"/>
              <a:gd name="connsiteX53" fmla="*/ 3083 w 819145"/>
              <a:gd name="connsiteY53" fmla="*/ 247347 h 907931"/>
              <a:gd name="connsiteX54" fmla="*/ 29467 w 819145"/>
              <a:gd name="connsiteY54" fmla="*/ 234859 h 907931"/>
              <a:gd name="connsiteX55" fmla="*/ 53972 w 819145"/>
              <a:gd name="connsiteY55" fmla="*/ 258358 h 907931"/>
              <a:gd name="connsiteX56" fmla="*/ 122855 w 819145"/>
              <a:gd name="connsiteY56" fmla="*/ 275753 h 907931"/>
              <a:gd name="connsiteX57" fmla="*/ 354554 w 819145"/>
              <a:gd name="connsiteY57" fmla="*/ 388605 h 907931"/>
              <a:gd name="connsiteX58" fmla="*/ 361292 w 819145"/>
              <a:gd name="connsiteY58" fmla="*/ 334581 h 907931"/>
              <a:gd name="connsiteX59" fmla="*/ 362753 w 819145"/>
              <a:gd name="connsiteY59" fmla="*/ 187654 h 907931"/>
              <a:gd name="connsiteX60" fmla="*/ 368338 w 819145"/>
              <a:gd name="connsiteY60" fmla="*/ 115195 h 907931"/>
              <a:gd name="connsiteX61" fmla="*/ 389940 w 819145"/>
              <a:gd name="connsiteY61" fmla="*/ 0 h 907931"/>
              <a:gd name="connsiteX62" fmla="*/ 402583 w 819145"/>
              <a:gd name="connsiteY62" fmla="*/ 25322 h 907931"/>
              <a:gd name="connsiteX63" fmla="*/ 411343 w 819145"/>
              <a:gd name="connsiteY63" fmla="*/ 103151 h 907931"/>
              <a:gd name="connsiteX64" fmla="*/ 409381 w 819145"/>
              <a:gd name="connsiteY64" fmla="*/ 168557 h 907931"/>
              <a:gd name="connsiteX65" fmla="*/ 410379 w 819145"/>
              <a:gd name="connsiteY65" fmla="*/ 210353 h 907931"/>
              <a:gd name="connsiteX66" fmla="*/ 414013 w 819145"/>
              <a:gd name="connsiteY66" fmla="*/ 267009 h 907931"/>
              <a:gd name="connsiteX67" fmla="*/ 412720 w 819145"/>
              <a:gd name="connsiteY67" fmla="*/ 305438 h 907931"/>
              <a:gd name="connsiteX68" fmla="*/ 421465 w 819145"/>
              <a:gd name="connsiteY68" fmla="*/ 388669 h 907931"/>
              <a:gd name="connsiteX69" fmla="*/ 445656 w 819145"/>
              <a:gd name="connsiteY69" fmla="*/ 376766 h 907931"/>
              <a:gd name="connsiteX70" fmla="*/ 525360 w 819145"/>
              <a:gd name="connsiteY70" fmla="*/ 297638 h 907931"/>
              <a:gd name="connsiteX71" fmla="*/ 529687 w 819145"/>
              <a:gd name="connsiteY71" fmla="*/ 294653 h 907931"/>
              <a:gd name="connsiteX72" fmla="*/ 588857 w 819145"/>
              <a:gd name="connsiteY72" fmla="*/ 247839 h 907931"/>
              <a:gd name="connsiteX73" fmla="*/ 603452 w 819145"/>
              <a:gd name="connsiteY73" fmla="*/ 230318 h 907931"/>
              <a:gd name="connsiteX74" fmla="*/ 641404 w 819145"/>
              <a:gd name="connsiteY74" fmla="*/ 184729 h 907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819145" h="907931">
                <a:moveTo>
                  <a:pt x="641404" y="184729"/>
                </a:moveTo>
                <a:cubicBezTo>
                  <a:pt x="652269" y="182169"/>
                  <a:pt x="660333" y="180269"/>
                  <a:pt x="665286" y="179102"/>
                </a:cubicBezTo>
                <a:cubicBezTo>
                  <a:pt x="686616" y="162705"/>
                  <a:pt x="702929" y="143853"/>
                  <a:pt x="727008" y="140686"/>
                </a:cubicBezTo>
                <a:cubicBezTo>
                  <a:pt x="737936" y="150545"/>
                  <a:pt x="735631" y="159013"/>
                  <a:pt x="731516" y="167546"/>
                </a:cubicBezTo>
                <a:cubicBezTo>
                  <a:pt x="718131" y="195332"/>
                  <a:pt x="696935" y="217426"/>
                  <a:pt x="673471" y="235523"/>
                </a:cubicBezTo>
                <a:cubicBezTo>
                  <a:pt x="657196" y="248072"/>
                  <a:pt x="644833" y="263894"/>
                  <a:pt x="629342" y="276717"/>
                </a:cubicBezTo>
                <a:cubicBezTo>
                  <a:pt x="623357" y="281671"/>
                  <a:pt x="618161" y="287592"/>
                  <a:pt x="611211" y="291201"/>
                </a:cubicBezTo>
                <a:cubicBezTo>
                  <a:pt x="604021" y="302056"/>
                  <a:pt x="595760" y="311078"/>
                  <a:pt x="583031" y="318821"/>
                </a:cubicBezTo>
                <a:cubicBezTo>
                  <a:pt x="545725" y="341515"/>
                  <a:pt x="515341" y="372448"/>
                  <a:pt x="491020" y="409039"/>
                </a:cubicBezTo>
                <a:cubicBezTo>
                  <a:pt x="487426" y="414446"/>
                  <a:pt x="483053" y="418008"/>
                  <a:pt x="477080" y="419377"/>
                </a:cubicBezTo>
                <a:cubicBezTo>
                  <a:pt x="466699" y="421755"/>
                  <a:pt x="460589" y="428168"/>
                  <a:pt x="457104" y="440125"/>
                </a:cubicBezTo>
                <a:cubicBezTo>
                  <a:pt x="483838" y="468000"/>
                  <a:pt x="526855" y="468485"/>
                  <a:pt x="553436" y="495411"/>
                </a:cubicBezTo>
                <a:cubicBezTo>
                  <a:pt x="584294" y="497662"/>
                  <a:pt x="595378" y="504705"/>
                  <a:pt x="609373" y="530433"/>
                </a:cubicBezTo>
                <a:cubicBezTo>
                  <a:pt x="629989" y="538834"/>
                  <a:pt x="644592" y="548458"/>
                  <a:pt x="653183" y="559306"/>
                </a:cubicBezTo>
                <a:cubicBezTo>
                  <a:pt x="684908" y="553929"/>
                  <a:pt x="708479" y="576992"/>
                  <a:pt x="732399" y="593381"/>
                </a:cubicBezTo>
                <a:cubicBezTo>
                  <a:pt x="748039" y="604095"/>
                  <a:pt x="760117" y="618429"/>
                  <a:pt x="780481" y="621935"/>
                </a:cubicBezTo>
                <a:cubicBezTo>
                  <a:pt x="788768" y="623361"/>
                  <a:pt x="790349" y="634697"/>
                  <a:pt x="794159" y="641857"/>
                </a:cubicBezTo>
                <a:cubicBezTo>
                  <a:pt x="822531" y="658822"/>
                  <a:pt x="824537" y="663489"/>
                  <a:pt x="811170" y="688822"/>
                </a:cubicBezTo>
                <a:cubicBezTo>
                  <a:pt x="778709" y="686993"/>
                  <a:pt x="749360" y="671044"/>
                  <a:pt x="718944" y="658771"/>
                </a:cubicBezTo>
                <a:cubicBezTo>
                  <a:pt x="687460" y="646073"/>
                  <a:pt x="668982" y="613061"/>
                  <a:pt x="632123" y="602501"/>
                </a:cubicBezTo>
                <a:cubicBezTo>
                  <a:pt x="630431" y="600607"/>
                  <a:pt x="626506" y="596212"/>
                  <a:pt x="625619" y="595219"/>
                </a:cubicBezTo>
                <a:cubicBezTo>
                  <a:pt x="596573" y="577963"/>
                  <a:pt x="566473" y="575510"/>
                  <a:pt x="543050" y="552059"/>
                </a:cubicBezTo>
                <a:cubicBezTo>
                  <a:pt x="525732" y="534720"/>
                  <a:pt x="497495" y="527406"/>
                  <a:pt x="473035" y="518731"/>
                </a:cubicBezTo>
                <a:cubicBezTo>
                  <a:pt x="459756" y="514021"/>
                  <a:pt x="445219" y="514187"/>
                  <a:pt x="435588" y="501181"/>
                </a:cubicBezTo>
                <a:cubicBezTo>
                  <a:pt x="432390" y="496864"/>
                  <a:pt x="426079" y="496768"/>
                  <a:pt x="417159" y="500323"/>
                </a:cubicBezTo>
                <a:cubicBezTo>
                  <a:pt x="430285" y="527202"/>
                  <a:pt x="421671" y="557212"/>
                  <a:pt x="429480" y="585162"/>
                </a:cubicBezTo>
                <a:cubicBezTo>
                  <a:pt x="433472" y="599450"/>
                  <a:pt x="427804" y="608085"/>
                  <a:pt x="416218" y="618616"/>
                </a:cubicBezTo>
                <a:cubicBezTo>
                  <a:pt x="443375" y="651749"/>
                  <a:pt x="407400" y="692479"/>
                  <a:pt x="430913" y="726384"/>
                </a:cubicBezTo>
                <a:cubicBezTo>
                  <a:pt x="427533" y="733114"/>
                  <a:pt x="424866" y="738422"/>
                  <a:pt x="422552" y="743031"/>
                </a:cubicBezTo>
                <a:cubicBezTo>
                  <a:pt x="422538" y="777183"/>
                  <a:pt x="435111" y="811386"/>
                  <a:pt x="416026" y="842923"/>
                </a:cubicBezTo>
                <a:cubicBezTo>
                  <a:pt x="415625" y="858910"/>
                  <a:pt x="423842" y="872358"/>
                  <a:pt x="425779" y="887627"/>
                </a:cubicBezTo>
                <a:cubicBezTo>
                  <a:pt x="416298" y="900732"/>
                  <a:pt x="406657" y="913322"/>
                  <a:pt x="387821" y="905538"/>
                </a:cubicBezTo>
                <a:cubicBezTo>
                  <a:pt x="375279" y="900364"/>
                  <a:pt x="363573" y="872916"/>
                  <a:pt x="369533" y="859164"/>
                </a:cubicBezTo>
                <a:cubicBezTo>
                  <a:pt x="375152" y="846199"/>
                  <a:pt x="371937" y="833063"/>
                  <a:pt x="369206" y="822205"/>
                </a:cubicBezTo>
                <a:cubicBezTo>
                  <a:pt x="361968" y="793437"/>
                  <a:pt x="374486" y="762688"/>
                  <a:pt x="357491" y="734860"/>
                </a:cubicBezTo>
                <a:cubicBezTo>
                  <a:pt x="347449" y="718422"/>
                  <a:pt x="359421" y="700517"/>
                  <a:pt x="363837" y="684530"/>
                </a:cubicBezTo>
                <a:cubicBezTo>
                  <a:pt x="368987" y="665889"/>
                  <a:pt x="371219" y="648867"/>
                  <a:pt x="365359" y="630437"/>
                </a:cubicBezTo>
                <a:cubicBezTo>
                  <a:pt x="359284" y="611328"/>
                  <a:pt x="361976" y="592564"/>
                  <a:pt x="371473" y="575421"/>
                </a:cubicBezTo>
                <a:cubicBezTo>
                  <a:pt x="364267" y="563333"/>
                  <a:pt x="357840" y="552423"/>
                  <a:pt x="361826" y="536486"/>
                </a:cubicBezTo>
                <a:cubicBezTo>
                  <a:pt x="346637" y="544086"/>
                  <a:pt x="340569" y="557682"/>
                  <a:pt x="329176" y="565767"/>
                </a:cubicBezTo>
                <a:cubicBezTo>
                  <a:pt x="314405" y="576249"/>
                  <a:pt x="296900" y="586992"/>
                  <a:pt x="287156" y="600643"/>
                </a:cubicBezTo>
                <a:cubicBezTo>
                  <a:pt x="271908" y="622006"/>
                  <a:pt x="247559" y="633742"/>
                  <a:pt x="234904" y="655781"/>
                </a:cubicBezTo>
                <a:cubicBezTo>
                  <a:pt x="215206" y="690086"/>
                  <a:pt x="183318" y="712225"/>
                  <a:pt x="156978" y="739838"/>
                </a:cubicBezTo>
                <a:cubicBezTo>
                  <a:pt x="149930" y="747228"/>
                  <a:pt x="144379" y="755787"/>
                  <a:pt x="137063" y="762714"/>
                </a:cubicBezTo>
                <a:cubicBezTo>
                  <a:pt x="126787" y="772441"/>
                  <a:pt x="115328" y="778453"/>
                  <a:pt x="99500" y="770091"/>
                </a:cubicBezTo>
                <a:cubicBezTo>
                  <a:pt x="104703" y="748111"/>
                  <a:pt x="116279" y="733279"/>
                  <a:pt x="125473" y="727571"/>
                </a:cubicBezTo>
                <a:cubicBezTo>
                  <a:pt x="198578" y="631492"/>
                  <a:pt x="264138" y="541011"/>
                  <a:pt x="349220" y="470070"/>
                </a:cubicBezTo>
                <a:cubicBezTo>
                  <a:pt x="349330" y="460222"/>
                  <a:pt x="344493" y="454431"/>
                  <a:pt x="339867" y="452863"/>
                </a:cubicBezTo>
                <a:cubicBezTo>
                  <a:pt x="307132" y="441763"/>
                  <a:pt x="283506" y="414882"/>
                  <a:pt x="250007" y="403759"/>
                </a:cubicBezTo>
                <a:cubicBezTo>
                  <a:pt x="221667" y="394347"/>
                  <a:pt x="196660" y="374651"/>
                  <a:pt x="169979" y="360356"/>
                </a:cubicBezTo>
                <a:cubicBezTo>
                  <a:pt x="143489" y="346165"/>
                  <a:pt x="118854" y="325960"/>
                  <a:pt x="87322" y="322245"/>
                </a:cubicBezTo>
                <a:cubicBezTo>
                  <a:pt x="86729" y="322176"/>
                  <a:pt x="85930" y="322313"/>
                  <a:pt x="85577" y="321980"/>
                </a:cubicBezTo>
                <a:cubicBezTo>
                  <a:pt x="61889" y="299548"/>
                  <a:pt x="26533" y="295916"/>
                  <a:pt x="4435" y="270995"/>
                </a:cubicBezTo>
                <a:cubicBezTo>
                  <a:pt x="-2098" y="263627"/>
                  <a:pt x="-406" y="255353"/>
                  <a:pt x="3083" y="247347"/>
                </a:cubicBezTo>
                <a:cubicBezTo>
                  <a:pt x="8356" y="235245"/>
                  <a:pt x="18715" y="234022"/>
                  <a:pt x="29467" y="234859"/>
                </a:cubicBezTo>
                <a:cubicBezTo>
                  <a:pt x="40071" y="239374"/>
                  <a:pt x="42358" y="251215"/>
                  <a:pt x="53972" y="258358"/>
                </a:cubicBezTo>
                <a:cubicBezTo>
                  <a:pt x="77889" y="251039"/>
                  <a:pt x="99597" y="267647"/>
                  <a:pt x="122855" y="275753"/>
                </a:cubicBezTo>
                <a:cubicBezTo>
                  <a:pt x="201763" y="308277"/>
                  <a:pt x="277332" y="347781"/>
                  <a:pt x="354554" y="388605"/>
                </a:cubicBezTo>
                <a:cubicBezTo>
                  <a:pt x="360259" y="370918"/>
                  <a:pt x="358265" y="352241"/>
                  <a:pt x="361292" y="334581"/>
                </a:cubicBezTo>
                <a:cubicBezTo>
                  <a:pt x="369615" y="286029"/>
                  <a:pt x="362485" y="236679"/>
                  <a:pt x="362753" y="187654"/>
                </a:cubicBezTo>
                <a:cubicBezTo>
                  <a:pt x="362882" y="164141"/>
                  <a:pt x="366268" y="140645"/>
                  <a:pt x="368338" y="115195"/>
                </a:cubicBezTo>
                <a:cubicBezTo>
                  <a:pt x="358792" y="85215"/>
                  <a:pt x="371748" y="11717"/>
                  <a:pt x="389940" y="0"/>
                </a:cubicBezTo>
                <a:cubicBezTo>
                  <a:pt x="401013" y="4857"/>
                  <a:pt x="403848" y="15778"/>
                  <a:pt x="402583" y="25322"/>
                </a:cubicBezTo>
                <a:cubicBezTo>
                  <a:pt x="399005" y="52317"/>
                  <a:pt x="408350" y="77254"/>
                  <a:pt x="411343" y="103151"/>
                </a:cubicBezTo>
                <a:cubicBezTo>
                  <a:pt x="413829" y="124640"/>
                  <a:pt x="412459" y="147051"/>
                  <a:pt x="409381" y="168557"/>
                </a:cubicBezTo>
                <a:cubicBezTo>
                  <a:pt x="407308" y="183033"/>
                  <a:pt x="406371" y="195580"/>
                  <a:pt x="410379" y="210353"/>
                </a:cubicBezTo>
                <a:cubicBezTo>
                  <a:pt x="415250" y="228307"/>
                  <a:pt x="415417" y="248218"/>
                  <a:pt x="414013" y="267009"/>
                </a:cubicBezTo>
                <a:cubicBezTo>
                  <a:pt x="413027" y="280190"/>
                  <a:pt x="413859" y="293244"/>
                  <a:pt x="412720" y="305438"/>
                </a:cubicBezTo>
                <a:cubicBezTo>
                  <a:pt x="431910" y="331980"/>
                  <a:pt x="417376" y="361113"/>
                  <a:pt x="421465" y="388669"/>
                </a:cubicBezTo>
                <a:cubicBezTo>
                  <a:pt x="429897" y="384519"/>
                  <a:pt x="438237" y="380416"/>
                  <a:pt x="445656" y="376766"/>
                </a:cubicBezTo>
                <a:cubicBezTo>
                  <a:pt x="464268" y="341408"/>
                  <a:pt x="496759" y="321492"/>
                  <a:pt x="525360" y="297638"/>
                </a:cubicBezTo>
                <a:cubicBezTo>
                  <a:pt x="526717" y="296506"/>
                  <a:pt x="529144" y="296009"/>
                  <a:pt x="529687" y="294653"/>
                </a:cubicBezTo>
                <a:cubicBezTo>
                  <a:pt x="540539" y="267549"/>
                  <a:pt x="562817" y="255949"/>
                  <a:pt x="588857" y="247839"/>
                </a:cubicBezTo>
                <a:cubicBezTo>
                  <a:pt x="594999" y="245927"/>
                  <a:pt x="600104" y="237090"/>
                  <a:pt x="603452" y="230318"/>
                </a:cubicBezTo>
                <a:cubicBezTo>
                  <a:pt x="612646" y="211724"/>
                  <a:pt x="638489" y="208493"/>
                  <a:pt x="641404" y="184729"/>
                </a:cubicBezTo>
                <a:close/>
              </a:path>
            </a:pathLst>
          </a:custGeom>
          <a:solidFill>
            <a:schemeClr val="tx1"/>
          </a:solidFill>
          <a:ln w="62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2" name="Image 1" descr=" ">
            <a:extLst>
              <a:ext uri="{FF2B5EF4-FFF2-40B4-BE49-F238E27FC236}">
                <a16:creationId xmlns:a16="http://schemas.microsoft.com/office/drawing/2014/main" id="{296814DF-C858-132E-D79B-1B16B6780201}"/>
              </a:ext>
            </a:extLst>
          </p:cNvPr>
          <p:cNvSpPr/>
          <p:nvPr/>
        </p:nvSpPr>
        <p:spPr>
          <a:xfrm>
            <a:off x="7587236" y="3654953"/>
            <a:ext cx="380426" cy="420001"/>
          </a:xfrm>
          <a:custGeom>
            <a:avLst/>
            <a:gdLst>
              <a:gd name="connsiteX0" fmla="*/ 110062 w 507235"/>
              <a:gd name="connsiteY0" fmla="*/ 446063 h 560001"/>
              <a:gd name="connsiteX1" fmla="*/ 95275 w 507235"/>
              <a:gd name="connsiteY1" fmla="*/ 449534 h 560001"/>
              <a:gd name="connsiteX2" fmla="*/ 57052 w 507235"/>
              <a:gd name="connsiteY2" fmla="*/ 473228 h 560001"/>
              <a:gd name="connsiteX3" fmla="*/ 54260 w 507235"/>
              <a:gd name="connsiteY3" fmla="*/ 456662 h 560001"/>
              <a:gd name="connsiteX4" fmla="*/ 90206 w 507235"/>
              <a:gd name="connsiteY4" fmla="*/ 414734 h 560001"/>
              <a:gd name="connsiteX5" fmla="*/ 117531 w 507235"/>
              <a:gd name="connsiteY5" fmla="*/ 389325 h 560001"/>
              <a:gd name="connsiteX6" fmla="*/ 128758 w 507235"/>
              <a:gd name="connsiteY6" fmla="*/ 380392 h 560001"/>
              <a:gd name="connsiteX7" fmla="*/ 146208 w 507235"/>
              <a:gd name="connsiteY7" fmla="*/ 363357 h 560001"/>
              <a:gd name="connsiteX8" fmla="*/ 203184 w 507235"/>
              <a:gd name="connsiteY8" fmla="*/ 307712 h 560001"/>
              <a:gd name="connsiteX9" fmla="*/ 211816 w 507235"/>
              <a:gd name="connsiteY9" fmla="*/ 301335 h 560001"/>
              <a:gd name="connsiteX10" fmla="*/ 224185 w 507235"/>
              <a:gd name="connsiteY10" fmla="*/ 288537 h 560001"/>
              <a:gd name="connsiteX11" fmla="*/ 164534 w 507235"/>
              <a:gd name="connsiteY11" fmla="*/ 254438 h 560001"/>
              <a:gd name="connsiteX12" fmla="*/ 129897 w 507235"/>
              <a:gd name="connsiteY12" fmla="*/ 232837 h 560001"/>
              <a:gd name="connsiteX13" fmla="*/ 102770 w 507235"/>
              <a:gd name="connsiteY13" fmla="*/ 215029 h 560001"/>
              <a:gd name="connsiteX14" fmla="*/ 53715 w 507235"/>
              <a:gd name="connsiteY14" fmla="*/ 194012 h 560001"/>
              <a:gd name="connsiteX15" fmla="*/ 23942 w 507235"/>
              <a:gd name="connsiteY15" fmla="*/ 176400 h 560001"/>
              <a:gd name="connsiteX16" fmla="*/ 15471 w 507235"/>
              <a:gd name="connsiteY16" fmla="*/ 164110 h 560001"/>
              <a:gd name="connsiteX17" fmla="*/ 4940 w 507235"/>
              <a:gd name="connsiteY17" fmla="*/ 135146 h 560001"/>
              <a:gd name="connsiteX18" fmla="*/ 62047 w 507235"/>
              <a:gd name="connsiteY18" fmla="*/ 153678 h 560001"/>
              <a:gd name="connsiteX19" fmla="*/ 115809 w 507235"/>
              <a:gd name="connsiteY19" fmla="*/ 188386 h 560001"/>
              <a:gd name="connsiteX20" fmla="*/ 119836 w 507235"/>
              <a:gd name="connsiteY20" fmla="*/ 192878 h 560001"/>
              <a:gd name="connsiteX21" fmla="*/ 170965 w 507235"/>
              <a:gd name="connsiteY21" fmla="*/ 219499 h 560001"/>
              <a:gd name="connsiteX22" fmla="*/ 214320 w 507235"/>
              <a:gd name="connsiteY22" fmla="*/ 240055 h 560001"/>
              <a:gd name="connsiteX23" fmla="*/ 237509 w 507235"/>
              <a:gd name="connsiteY23" fmla="*/ 250879 h 560001"/>
              <a:gd name="connsiteX24" fmla="*/ 248920 w 507235"/>
              <a:gd name="connsiteY24" fmla="*/ 251409 h 560001"/>
              <a:gd name="connsiteX25" fmla="*/ 241291 w 507235"/>
              <a:gd name="connsiteY25" fmla="*/ 199081 h 560001"/>
              <a:gd name="connsiteX26" fmla="*/ 249503 w 507235"/>
              <a:gd name="connsiteY26" fmla="*/ 178447 h 560001"/>
              <a:gd name="connsiteX27" fmla="*/ 240403 w 507235"/>
              <a:gd name="connsiteY27" fmla="*/ 111976 h 560001"/>
              <a:gd name="connsiteX28" fmla="*/ 245580 w 507235"/>
              <a:gd name="connsiteY28" fmla="*/ 101711 h 560001"/>
              <a:gd name="connsiteX29" fmla="*/ 249621 w 507235"/>
              <a:gd name="connsiteY29" fmla="*/ 40097 h 560001"/>
              <a:gd name="connsiteX30" fmla="*/ 243582 w 507235"/>
              <a:gd name="connsiteY30" fmla="*/ 12525 h 560001"/>
              <a:gd name="connsiteX31" fmla="*/ 267087 w 507235"/>
              <a:gd name="connsiteY31" fmla="*/ 1474 h 560001"/>
              <a:gd name="connsiteX32" fmla="*/ 278411 w 507235"/>
              <a:gd name="connsiteY32" fmla="*/ 30081 h 560001"/>
              <a:gd name="connsiteX33" fmla="*/ 278614 w 507235"/>
              <a:gd name="connsiteY33" fmla="*/ 52875 h 560001"/>
              <a:gd name="connsiteX34" fmla="*/ 285868 w 507235"/>
              <a:gd name="connsiteY34" fmla="*/ 106747 h 560001"/>
              <a:gd name="connsiteX35" fmla="*/ 281939 w 507235"/>
              <a:gd name="connsiteY35" fmla="*/ 137791 h 560001"/>
              <a:gd name="connsiteX36" fmla="*/ 280996 w 507235"/>
              <a:gd name="connsiteY36" fmla="*/ 171156 h 560001"/>
              <a:gd name="connsiteX37" fmla="*/ 277210 w 507235"/>
              <a:gd name="connsiteY37" fmla="*/ 205089 h 560001"/>
              <a:gd name="connsiteX38" fmla="*/ 283184 w 507235"/>
              <a:gd name="connsiteY38" fmla="*/ 229104 h 560001"/>
              <a:gd name="connsiteX39" fmla="*/ 303402 w 507235"/>
              <a:gd name="connsiteY39" fmla="*/ 211044 h 560001"/>
              <a:gd name="connsiteX40" fmla="*/ 329421 w 507235"/>
              <a:gd name="connsiteY40" fmla="*/ 189533 h 560001"/>
              <a:gd name="connsiteX41" fmla="*/ 361777 w 507235"/>
              <a:gd name="connsiteY41" fmla="*/ 155524 h 560001"/>
              <a:gd name="connsiteX42" fmla="*/ 410031 w 507235"/>
              <a:gd name="connsiteY42" fmla="*/ 103678 h 560001"/>
              <a:gd name="connsiteX43" fmla="*/ 422362 w 507235"/>
              <a:gd name="connsiteY43" fmla="*/ 89570 h 560001"/>
              <a:gd name="connsiteX44" fmla="*/ 445622 w 507235"/>
              <a:gd name="connsiteY44" fmla="*/ 85019 h 560001"/>
              <a:gd name="connsiteX45" fmla="*/ 429539 w 507235"/>
              <a:gd name="connsiteY45" fmla="*/ 111245 h 560001"/>
              <a:gd name="connsiteX46" fmla="*/ 290990 w 507235"/>
              <a:gd name="connsiteY46" fmla="*/ 270068 h 560001"/>
              <a:gd name="connsiteX47" fmla="*/ 296781 w 507235"/>
              <a:gd name="connsiteY47" fmla="*/ 280681 h 560001"/>
              <a:gd name="connsiteX48" fmla="*/ 352425 w 507235"/>
              <a:gd name="connsiteY48" fmla="*/ 310969 h 560001"/>
              <a:gd name="connsiteX49" fmla="*/ 401980 w 507235"/>
              <a:gd name="connsiteY49" fmla="*/ 337738 h 560001"/>
              <a:gd name="connsiteX50" fmla="*/ 453163 w 507235"/>
              <a:gd name="connsiteY50" fmla="*/ 361245 h 560001"/>
              <a:gd name="connsiteX51" fmla="*/ 454244 w 507235"/>
              <a:gd name="connsiteY51" fmla="*/ 361408 h 560001"/>
              <a:gd name="connsiteX52" fmla="*/ 504489 w 507235"/>
              <a:gd name="connsiteY52" fmla="*/ 392855 h 560001"/>
              <a:gd name="connsiteX53" fmla="*/ 505326 w 507235"/>
              <a:gd name="connsiteY53" fmla="*/ 407441 h 560001"/>
              <a:gd name="connsiteX54" fmla="*/ 488988 w 507235"/>
              <a:gd name="connsiteY54" fmla="*/ 415144 h 560001"/>
              <a:gd name="connsiteX55" fmla="*/ 473814 w 507235"/>
              <a:gd name="connsiteY55" fmla="*/ 400650 h 560001"/>
              <a:gd name="connsiteX56" fmla="*/ 431160 w 507235"/>
              <a:gd name="connsiteY56" fmla="*/ 389920 h 560001"/>
              <a:gd name="connsiteX57" fmla="*/ 287687 w 507235"/>
              <a:gd name="connsiteY57" fmla="*/ 320315 h 560001"/>
              <a:gd name="connsiteX58" fmla="*/ 283514 w 507235"/>
              <a:gd name="connsiteY58" fmla="*/ 353636 h 560001"/>
              <a:gd name="connsiteX59" fmla="*/ 282610 w 507235"/>
              <a:gd name="connsiteY59" fmla="*/ 444259 h 560001"/>
              <a:gd name="connsiteX60" fmla="*/ 279152 w 507235"/>
              <a:gd name="connsiteY60" fmla="*/ 488951 h 560001"/>
              <a:gd name="connsiteX61" fmla="*/ 265775 w 507235"/>
              <a:gd name="connsiteY61" fmla="*/ 560002 h 560001"/>
              <a:gd name="connsiteX62" fmla="*/ 257946 w 507235"/>
              <a:gd name="connsiteY62" fmla="*/ 544385 h 560001"/>
              <a:gd name="connsiteX63" fmla="*/ 252521 w 507235"/>
              <a:gd name="connsiteY63" fmla="*/ 496379 h 560001"/>
              <a:gd name="connsiteX64" fmla="*/ 253737 w 507235"/>
              <a:gd name="connsiteY64" fmla="*/ 456038 h 560001"/>
              <a:gd name="connsiteX65" fmla="*/ 253119 w 507235"/>
              <a:gd name="connsiteY65" fmla="*/ 430259 h 560001"/>
              <a:gd name="connsiteX66" fmla="*/ 250868 w 507235"/>
              <a:gd name="connsiteY66" fmla="*/ 395314 h 560001"/>
              <a:gd name="connsiteX67" fmla="*/ 251669 w 507235"/>
              <a:gd name="connsiteY67" fmla="*/ 371611 h 560001"/>
              <a:gd name="connsiteX68" fmla="*/ 246254 w 507235"/>
              <a:gd name="connsiteY68" fmla="*/ 320275 h 560001"/>
              <a:gd name="connsiteX69" fmla="*/ 231274 w 507235"/>
              <a:gd name="connsiteY69" fmla="*/ 327618 h 560001"/>
              <a:gd name="connsiteX70" fmla="*/ 181919 w 507235"/>
              <a:gd name="connsiteY70" fmla="*/ 376422 h 560001"/>
              <a:gd name="connsiteX71" fmla="*/ 179240 w 507235"/>
              <a:gd name="connsiteY71" fmla="*/ 378263 h 560001"/>
              <a:gd name="connsiteX72" fmla="*/ 142601 w 507235"/>
              <a:gd name="connsiteY72" fmla="*/ 407137 h 560001"/>
              <a:gd name="connsiteX73" fmla="*/ 133563 w 507235"/>
              <a:gd name="connsiteY73" fmla="*/ 417945 h 560001"/>
              <a:gd name="connsiteX74" fmla="*/ 110062 w 507235"/>
              <a:gd name="connsiteY74" fmla="*/ 446063 h 56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07235" h="560001">
                <a:moveTo>
                  <a:pt x="110062" y="446063"/>
                </a:moveTo>
                <a:cubicBezTo>
                  <a:pt x="103333" y="447642"/>
                  <a:pt x="98342" y="448814"/>
                  <a:pt x="95275" y="449534"/>
                </a:cubicBezTo>
                <a:cubicBezTo>
                  <a:pt x="82065" y="459648"/>
                  <a:pt x="71964" y="471275"/>
                  <a:pt x="57052" y="473228"/>
                </a:cubicBezTo>
                <a:cubicBezTo>
                  <a:pt x="50289" y="467147"/>
                  <a:pt x="51714" y="461924"/>
                  <a:pt x="54260" y="456662"/>
                </a:cubicBezTo>
                <a:cubicBezTo>
                  <a:pt x="62553" y="439523"/>
                  <a:pt x="75675" y="425896"/>
                  <a:pt x="90206" y="414734"/>
                </a:cubicBezTo>
                <a:cubicBezTo>
                  <a:pt x="100282" y="406994"/>
                  <a:pt x="107937" y="397235"/>
                  <a:pt x="117531" y="389325"/>
                </a:cubicBezTo>
                <a:cubicBezTo>
                  <a:pt x="121238" y="386271"/>
                  <a:pt x="124455" y="382619"/>
                  <a:pt x="128758" y="380392"/>
                </a:cubicBezTo>
                <a:cubicBezTo>
                  <a:pt x="133210" y="373698"/>
                  <a:pt x="138326" y="368133"/>
                  <a:pt x="146208" y="363357"/>
                </a:cubicBezTo>
                <a:cubicBezTo>
                  <a:pt x="169309" y="349360"/>
                  <a:pt x="188123" y="330281"/>
                  <a:pt x="203184" y="307712"/>
                </a:cubicBezTo>
                <a:cubicBezTo>
                  <a:pt x="205410" y="304376"/>
                  <a:pt x="208117" y="302179"/>
                  <a:pt x="211816" y="301335"/>
                </a:cubicBezTo>
                <a:cubicBezTo>
                  <a:pt x="218244" y="299868"/>
                  <a:pt x="222027" y="295912"/>
                  <a:pt x="224185" y="288537"/>
                </a:cubicBezTo>
                <a:cubicBezTo>
                  <a:pt x="207631" y="271345"/>
                  <a:pt x="180994" y="271046"/>
                  <a:pt x="164534" y="254438"/>
                </a:cubicBezTo>
                <a:cubicBezTo>
                  <a:pt x="145426" y="253050"/>
                  <a:pt x="138562" y="248706"/>
                  <a:pt x="129897" y="232837"/>
                </a:cubicBezTo>
                <a:cubicBezTo>
                  <a:pt x="117131" y="227656"/>
                  <a:pt x="108089" y="221720"/>
                  <a:pt x="102770" y="215029"/>
                </a:cubicBezTo>
                <a:cubicBezTo>
                  <a:pt x="83122" y="218345"/>
                  <a:pt x="68528" y="204120"/>
                  <a:pt x="53715" y="194012"/>
                </a:cubicBezTo>
                <a:cubicBezTo>
                  <a:pt x="44029" y="187403"/>
                  <a:pt x="36551" y="178562"/>
                  <a:pt x="23942" y="176400"/>
                </a:cubicBezTo>
                <a:cubicBezTo>
                  <a:pt x="18811" y="175520"/>
                  <a:pt x="17830" y="168528"/>
                  <a:pt x="15471" y="164110"/>
                </a:cubicBezTo>
                <a:cubicBezTo>
                  <a:pt x="-2097" y="153648"/>
                  <a:pt x="-3338" y="150770"/>
                  <a:pt x="4940" y="135146"/>
                </a:cubicBezTo>
                <a:cubicBezTo>
                  <a:pt x="25040" y="136272"/>
                  <a:pt x="43212" y="146111"/>
                  <a:pt x="62047" y="153678"/>
                </a:cubicBezTo>
                <a:cubicBezTo>
                  <a:pt x="81543" y="161510"/>
                  <a:pt x="92986" y="181873"/>
                  <a:pt x="115809" y="188386"/>
                </a:cubicBezTo>
                <a:cubicBezTo>
                  <a:pt x="116857" y="189555"/>
                  <a:pt x="119287" y="192265"/>
                  <a:pt x="119836" y="192878"/>
                </a:cubicBezTo>
                <a:cubicBezTo>
                  <a:pt x="137823" y="203521"/>
                  <a:pt x="156461" y="205034"/>
                  <a:pt x="170965" y="219499"/>
                </a:cubicBezTo>
                <a:cubicBezTo>
                  <a:pt x="181689" y="230193"/>
                  <a:pt x="199174" y="234704"/>
                  <a:pt x="214320" y="240055"/>
                </a:cubicBezTo>
                <a:cubicBezTo>
                  <a:pt x="222544" y="242960"/>
                  <a:pt x="231545" y="242858"/>
                  <a:pt x="237509" y="250879"/>
                </a:cubicBezTo>
                <a:cubicBezTo>
                  <a:pt x="239488" y="253542"/>
                  <a:pt x="243396" y="253602"/>
                  <a:pt x="248920" y="251409"/>
                </a:cubicBezTo>
                <a:cubicBezTo>
                  <a:pt x="240792" y="234829"/>
                  <a:pt x="246126" y="216320"/>
                  <a:pt x="241291" y="199081"/>
                </a:cubicBezTo>
                <a:cubicBezTo>
                  <a:pt x="238819" y="190268"/>
                  <a:pt x="242328" y="184942"/>
                  <a:pt x="249503" y="178447"/>
                </a:cubicBezTo>
                <a:cubicBezTo>
                  <a:pt x="232687" y="158012"/>
                  <a:pt x="254963" y="132888"/>
                  <a:pt x="240403" y="111976"/>
                </a:cubicBezTo>
                <a:cubicBezTo>
                  <a:pt x="242496" y="107826"/>
                  <a:pt x="244148" y="104551"/>
                  <a:pt x="245580" y="101711"/>
                </a:cubicBezTo>
                <a:cubicBezTo>
                  <a:pt x="245589" y="80646"/>
                  <a:pt x="237804" y="59547"/>
                  <a:pt x="249621" y="40097"/>
                </a:cubicBezTo>
                <a:cubicBezTo>
                  <a:pt x="249870" y="30235"/>
                  <a:pt x="244782" y="21941"/>
                  <a:pt x="243582" y="12525"/>
                </a:cubicBezTo>
                <a:cubicBezTo>
                  <a:pt x="249453" y="4441"/>
                  <a:pt x="255423" y="-3324"/>
                  <a:pt x="267087" y="1474"/>
                </a:cubicBezTo>
                <a:cubicBezTo>
                  <a:pt x="274853" y="4669"/>
                  <a:pt x="282102" y="21598"/>
                  <a:pt x="278411" y="30081"/>
                </a:cubicBezTo>
                <a:cubicBezTo>
                  <a:pt x="274932" y="38075"/>
                  <a:pt x="276922" y="46180"/>
                  <a:pt x="278614" y="52875"/>
                </a:cubicBezTo>
                <a:cubicBezTo>
                  <a:pt x="283096" y="70620"/>
                  <a:pt x="275344" y="89585"/>
                  <a:pt x="285868" y="106747"/>
                </a:cubicBezTo>
                <a:cubicBezTo>
                  <a:pt x="292086" y="116887"/>
                  <a:pt x="284673" y="127932"/>
                  <a:pt x="281939" y="137791"/>
                </a:cubicBezTo>
                <a:cubicBezTo>
                  <a:pt x="278750" y="149289"/>
                  <a:pt x="277367" y="159786"/>
                  <a:pt x="280996" y="171156"/>
                </a:cubicBezTo>
                <a:cubicBezTo>
                  <a:pt x="284758" y="182942"/>
                  <a:pt x="283091" y="194516"/>
                  <a:pt x="277210" y="205089"/>
                </a:cubicBezTo>
                <a:cubicBezTo>
                  <a:pt x="281672" y="212545"/>
                  <a:pt x="285652" y="219274"/>
                  <a:pt x="283184" y="229104"/>
                </a:cubicBezTo>
                <a:cubicBezTo>
                  <a:pt x="292590" y="224417"/>
                  <a:pt x="296346" y="216030"/>
                  <a:pt x="303402" y="211044"/>
                </a:cubicBezTo>
                <a:cubicBezTo>
                  <a:pt x="312548" y="204579"/>
                  <a:pt x="323387" y="197952"/>
                  <a:pt x="329421" y="189533"/>
                </a:cubicBezTo>
                <a:cubicBezTo>
                  <a:pt x="338863" y="176356"/>
                  <a:pt x="353941" y="169117"/>
                  <a:pt x="361777" y="155524"/>
                </a:cubicBezTo>
                <a:cubicBezTo>
                  <a:pt x="373974" y="134367"/>
                  <a:pt x="393720" y="120708"/>
                  <a:pt x="410031" y="103678"/>
                </a:cubicBezTo>
                <a:cubicBezTo>
                  <a:pt x="414395" y="99121"/>
                  <a:pt x="417832" y="93842"/>
                  <a:pt x="422362" y="89570"/>
                </a:cubicBezTo>
                <a:cubicBezTo>
                  <a:pt x="428726" y="83570"/>
                  <a:pt x="435821" y="79862"/>
                  <a:pt x="445622" y="85019"/>
                </a:cubicBezTo>
                <a:cubicBezTo>
                  <a:pt x="442400" y="98575"/>
                  <a:pt x="435232" y="107725"/>
                  <a:pt x="429539" y="111245"/>
                </a:cubicBezTo>
                <a:cubicBezTo>
                  <a:pt x="384271" y="170505"/>
                  <a:pt x="343674" y="226313"/>
                  <a:pt x="290990" y="270068"/>
                </a:cubicBezTo>
                <a:cubicBezTo>
                  <a:pt x="290921" y="276142"/>
                  <a:pt x="293916" y="279714"/>
                  <a:pt x="296781" y="280681"/>
                </a:cubicBezTo>
                <a:cubicBezTo>
                  <a:pt x="317051" y="287528"/>
                  <a:pt x="331681" y="304107"/>
                  <a:pt x="352425" y="310969"/>
                </a:cubicBezTo>
                <a:cubicBezTo>
                  <a:pt x="369973" y="316773"/>
                  <a:pt x="385458" y="328922"/>
                  <a:pt x="401980" y="337738"/>
                </a:cubicBezTo>
                <a:cubicBezTo>
                  <a:pt x="418383" y="346492"/>
                  <a:pt x="433638" y="358954"/>
                  <a:pt x="453163" y="361245"/>
                </a:cubicBezTo>
                <a:cubicBezTo>
                  <a:pt x="453530" y="361288"/>
                  <a:pt x="454025" y="361203"/>
                  <a:pt x="454244" y="361408"/>
                </a:cubicBezTo>
                <a:cubicBezTo>
                  <a:pt x="468912" y="375244"/>
                  <a:pt x="490805" y="377484"/>
                  <a:pt x="504489" y="392855"/>
                </a:cubicBezTo>
                <a:cubicBezTo>
                  <a:pt x="508534" y="397400"/>
                  <a:pt x="507486" y="402504"/>
                  <a:pt x="505326" y="407441"/>
                </a:cubicBezTo>
                <a:cubicBezTo>
                  <a:pt x="502061" y="414905"/>
                  <a:pt x="495646" y="415660"/>
                  <a:pt x="488988" y="415144"/>
                </a:cubicBezTo>
                <a:cubicBezTo>
                  <a:pt x="482422" y="412359"/>
                  <a:pt x="481006" y="405056"/>
                  <a:pt x="473814" y="400650"/>
                </a:cubicBezTo>
                <a:cubicBezTo>
                  <a:pt x="459004" y="405164"/>
                  <a:pt x="445562" y="394920"/>
                  <a:pt x="431160" y="389920"/>
                </a:cubicBezTo>
                <a:cubicBezTo>
                  <a:pt x="382299" y="369861"/>
                  <a:pt x="335504" y="345495"/>
                  <a:pt x="287687" y="320315"/>
                </a:cubicBezTo>
                <a:cubicBezTo>
                  <a:pt x="284155" y="331224"/>
                  <a:pt x="285389" y="342744"/>
                  <a:pt x="283514" y="353636"/>
                </a:cubicBezTo>
                <a:cubicBezTo>
                  <a:pt x="278361" y="383583"/>
                  <a:pt x="282776" y="414021"/>
                  <a:pt x="282610" y="444259"/>
                </a:cubicBezTo>
                <a:cubicBezTo>
                  <a:pt x="282530" y="458762"/>
                  <a:pt x="280433" y="473253"/>
                  <a:pt x="279152" y="488951"/>
                </a:cubicBezTo>
                <a:cubicBezTo>
                  <a:pt x="285062" y="507442"/>
                  <a:pt x="277040" y="552775"/>
                  <a:pt x="265775" y="560002"/>
                </a:cubicBezTo>
                <a:cubicBezTo>
                  <a:pt x="258918" y="557006"/>
                  <a:pt x="257162" y="550271"/>
                  <a:pt x="257946" y="544385"/>
                </a:cubicBezTo>
                <a:cubicBezTo>
                  <a:pt x="260161" y="527734"/>
                  <a:pt x="254375" y="512353"/>
                  <a:pt x="252521" y="496379"/>
                </a:cubicBezTo>
                <a:cubicBezTo>
                  <a:pt x="250983" y="483125"/>
                  <a:pt x="251830" y="469303"/>
                  <a:pt x="253737" y="456038"/>
                </a:cubicBezTo>
                <a:cubicBezTo>
                  <a:pt x="255020" y="447109"/>
                  <a:pt x="255600" y="439371"/>
                  <a:pt x="253119" y="430259"/>
                </a:cubicBezTo>
                <a:cubicBezTo>
                  <a:pt x="250102" y="419185"/>
                  <a:pt x="249999" y="406904"/>
                  <a:pt x="250868" y="395314"/>
                </a:cubicBezTo>
                <a:cubicBezTo>
                  <a:pt x="251479" y="387184"/>
                  <a:pt x="250963" y="379132"/>
                  <a:pt x="251669" y="371611"/>
                </a:cubicBezTo>
                <a:cubicBezTo>
                  <a:pt x="239786" y="355240"/>
                  <a:pt x="248786" y="337272"/>
                  <a:pt x="246254" y="320275"/>
                </a:cubicBezTo>
                <a:cubicBezTo>
                  <a:pt x="241032" y="322835"/>
                  <a:pt x="235868" y="325366"/>
                  <a:pt x="231274" y="327618"/>
                </a:cubicBezTo>
                <a:cubicBezTo>
                  <a:pt x="219749" y="349425"/>
                  <a:pt x="199630" y="361709"/>
                  <a:pt x="181919" y="376422"/>
                </a:cubicBezTo>
                <a:cubicBezTo>
                  <a:pt x="181080" y="377121"/>
                  <a:pt x="179577" y="377428"/>
                  <a:pt x="179240" y="378263"/>
                </a:cubicBezTo>
                <a:cubicBezTo>
                  <a:pt x="172520" y="394981"/>
                  <a:pt x="158724" y="402136"/>
                  <a:pt x="142601" y="407137"/>
                </a:cubicBezTo>
                <a:cubicBezTo>
                  <a:pt x="138797" y="408317"/>
                  <a:pt x="135636" y="413768"/>
                  <a:pt x="133563" y="417945"/>
                </a:cubicBezTo>
                <a:cubicBezTo>
                  <a:pt x="127870" y="429413"/>
                  <a:pt x="111868" y="431406"/>
                  <a:pt x="110062" y="446063"/>
                </a:cubicBezTo>
                <a:close/>
              </a:path>
            </a:pathLst>
          </a:custGeom>
          <a:solidFill>
            <a:schemeClr val="tx1"/>
          </a:solidFill>
          <a:ln w="52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1CE660F-0978-1332-9B69-547F952B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3390045"/>
            <a:ext cx="6809994" cy="1159002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DF01A7C-F6FA-C2F5-7FA0-485F9E31443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" y="377190"/>
            <a:ext cx="7907274" cy="315468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7400" b="1"/>
            </a:lvl1pPr>
            <a:lvl5pPr>
              <a:defRPr/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FCDF1-9A13-7744-D91E-28F04345951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6F0FD-5E44-1C36-3C5E-2FFB69A940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44532-2253-37CF-5320-6CF8A1E022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92468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3078178-A5BD-1F14-D35A-4FB568DB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3390045"/>
            <a:ext cx="6809994" cy="1159002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40E3A5C-1712-42A6-AC2B-51B3A9F39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3498" y="4122295"/>
            <a:ext cx="544934" cy="644015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A2891366-2AD3-67C9-6DAA-AE2A7F29A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9373" y="3562789"/>
            <a:ext cx="485467" cy="484106"/>
          </a:xfrm>
          <a:prstGeom prst="rect">
            <a:avLst/>
          </a:prstGeom>
        </p:spPr>
      </p:pic>
      <p:sp>
        <p:nvSpPr>
          <p:cNvPr id="3" name="Graphic 1">
            <a:extLst>
              <a:ext uri="{FF2B5EF4-FFF2-40B4-BE49-F238E27FC236}">
                <a16:creationId xmlns:a16="http://schemas.microsoft.com/office/drawing/2014/main" id="{878B1CC4-DA65-DEBF-D899-74DBA90A0614}"/>
              </a:ext>
            </a:extLst>
          </p:cNvPr>
          <p:cNvSpPr/>
          <p:nvPr/>
        </p:nvSpPr>
        <p:spPr>
          <a:xfrm>
            <a:off x="7783496" y="4122296"/>
            <a:ext cx="544935" cy="644015"/>
          </a:xfrm>
          <a:custGeom>
            <a:avLst/>
            <a:gdLst>
              <a:gd name="connsiteX0" fmla="*/ 705244 w 726580"/>
              <a:gd name="connsiteY0" fmla="*/ 43775 h 858687"/>
              <a:gd name="connsiteX1" fmla="*/ 704770 w 726580"/>
              <a:gd name="connsiteY1" fmla="*/ 42431 h 858687"/>
              <a:gd name="connsiteX2" fmla="*/ 672368 w 726580"/>
              <a:gd name="connsiteY2" fmla="*/ 5510 h 858687"/>
              <a:gd name="connsiteX3" fmla="*/ 464631 w 726580"/>
              <a:gd name="connsiteY3" fmla="*/ 58790 h 858687"/>
              <a:gd name="connsiteX4" fmla="*/ 439329 w 726580"/>
              <a:gd name="connsiteY4" fmla="*/ 80600 h 858687"/>
              <a:gd name="connsiteX5" fmla="*/ 346054 w 726580"/>
              <a:gd name="connsiteY5" fmla="*/ 243076 h 858687"/>
              <a:gd name="connsiteX6" fmla="*/ 347301 w 726580"/>
              <a:gd name="connsiteY6" fmla="*/ 266880 h 858687"/>
              <a:gd name="connsiteX7" fmla="*/ 330314 w 726580"/>
              <a:gd name="connsiteY7" fmla="*/ 250206 h 858687"/>
              <a:gd name="connsiteX8" fmla="*/ 283726 w 726580"/>
              <a:gd name="connsiteY8" fmla="*/ 161759 h 858687"/>
              <a:gd name="connsiteX9" fmla="*/ 242306 w 726580"/>
              <a:gd name="connsiteY9" fmla="*/ 87471 h 858687"/>
              <a:gd name="connsiteX10" fmla="*/ 240027 w 726580"/>
              <a:gd name="connsiteY10" fmla="*/ 85733 h 858687"/>
              <a:gd name="connsiteX11" fmla="*/ 239122 w 726580"/>
              <a:gd name="connsiteY11" fmla="*/ 83011 h 858687"/>
              <a:gd name="connsiteX12" fmla="*/ 212539 w 726580"/>
              <a:gd name="connsiteY12" fmla="*/ 54794 h 858687"/>
              <a:gd name="connsiteX13" fmla="*/ 146249 w 726580"/>
              <a:gd name="connsiteY13" fmla="*/ 41813 h 858687"/>
              <a:gd name="connsiteX14" fmla="*/ 65688 w 726580"/>
              <a:gd name="connsiteY14" fmla="*/ 78056 h 858687"/>
              <a:gd name="connsiteX15" fmla="*/ 26725 w 726580"/>
              <a:gd name="connsiteY15" fmla="*/ 166342 h 858687"/>
              <a:gd name="connsiteX16" fmla="*/ 14626 w 726580"/>
              <a:gd name="connsiteY16" fmla="*/ 198494 h 858687"/>
              <a:gd name="connsiteX17" fmla="*/ 5208 w 726580"/>
              <a:gd name="connsiteY17" fmla="*/ 299410 h 858687"/>
              <a:gd name="connsiteX18" fmla="*/ 5867 w 726580"/>
              <a:gd name="connsiteY18" fmla="*/ 301425 h 858687"/>
              <a:gd name="connsiteX19" fmla="*/ 5590 w 726580"/>
              <a:gd name="connsiteY19" fmla="*/ 303529 h 858687"/>
              <a:gd name="connsiteX20" fmla="*/ 21349 w 726580"/>
              <a:gd name="connsiteY20" fmla="*/ 431763 h 858687"/>
              <a:gd name="connsiteX21" fmla="*/ 35764 w 726580"/>
              <a:gd name="connsiteY21" fmla="*/ 496218 h 858687"/>
              <a:gd name="connsiteX22" fmla="*/ 49700 w 726580"/>
              <a:gd name="connsiteY22" fmla="*/ 525513 h 858687"/>
              <a:gd name="connsiteX23" fmla="*/ 96086 w 726580"/>
              <a:gd name="connsiteY23" fmla="*/ 598507 h 858687"/>
              <a:gd name="connsiteX24" fmla="*/ 166138 w 726580"/>
              <a:gd name="connsiteY24" fmla="*/ 689885 h 858687"/>
              <a:gd name="connsiteX25" fmla="*/ 170631 w 726580"/>
              <a:gd name="connsiteY25" fmla="*/ 692743 h 858687"/>
              <a:gd name="connsiteX26" fmla="*/ 170439 w 726580"/>
              <a:gd name="connsiteY26" fmla="*/ 698070 h 858687"/>
              <a:gd name="connsiteX27" fmla="*/ 196054 w 726580"/>
              <a:gd name="connsiteY27" fmla="*/ 747699 h 858687"/>
              <a:gd name="connsiteX28" fmla="*/ 226047 w 726580"/>
              <a:gd name="connsiteY28" fmla="*/ 798026 h 858687"/>
              <a:gd name="connsiteX29" fmla="*/ 273704 w 726580"/>
              <a:gd name="connsiteY29" fmla="*/ 830403 h 858687"/>
              <a:gd name="connsiteX30" fmla="*/ 327388 w 726580"/>
              <a:gd name="connsiteY30" fmla="*/ 858392 h 858687"/>
              <a:gd name="connsiteX31" fmla="*/ 355261 w 726580"/>
              <a:gd name="connsiteY31" fmla="*/ 824723 h 858687"/>
              <a:gd name="connsiteX32" fmla="*/ 377805 w 726580"/>
              <a:gd name="connsiteY32" fmla="*/ 794843 h 858687"/>
              <a:gd name="connsiteX33" fmla="*/ 397489 w 726580"/>
              <a:gd name="connsiteY33" fmla="*/ 776913 h 858687"/>
              <a:gd name="connsiteX34" fmla="*/ 449991 w 726580"/>
              <a:gd name="connsiteY34" fmla="*/ 718222 h 858687"/>
              <a:gd name="connsiteX35" fmla="*/ 557996 w 726580"/>
              <a:gd name="connsiteY35" fmla="*/ 568894 h 858687"/>
              <a:gd name="connsiteX36" fmla="*/ 651153 w 726580"/>
              <a:gd name="connsiteY36" fmla="*/ 445549 h 858687"/>
              <a:gd name="connsiteX37" fmla="*/ 689800 w 726580"/>
              <a:gd name="connsiteY37" fmla="*/ 354245 h 858687"/>
              <a:gd name="connsiteX38" fmla="*/ 718485 w 726580"/>
              <a:gd name="connsiteY38" fmla="*/ 281149 h 858687"/>
              <a:gd name="connsiteX39" fmla="*/ 718515 w 726580"/>
              <a:gd name="connsiteY39" fmla="*/ 279374 h 858687"/>
              <a:gd name="connsiteX40" fmla="*/ 718515 w 726580"/>
              <a:gd name="connsiteY40" fmla="*/ 278904 h 858687"/>
              <a:gd name="connsiteX41" fmla="*/ 722586 w 726580"/>
              <a:gd name="connsiteY41" fmla="*/ 222478 h 858687"/>
              <a:gd name="connsiteX42" fmla="*/ 726537 w 726580"/>
              <a:gd name="connsiteY42" fmla="*/ 162567 h 858687"/>
              <a:gd name="connsiteX43" fmla="*/ 705244 w 726580"/>
              <a:gd name="connsiteY43" fmla="*/ 43775 h 858687"/>
              <a:gd name="connsiteX44" fmla="*/ 688136 w 726580"/>
              <a:gd name="connsiteY44" fmla="*/ 219410 h 858687"/>
              <a:gd name="connsiteX45" fmla="*/ 617004 w 726580"/>
              <a:gd name="connsiteY45" fmla="*/ 420708 h 858687"/>
              <a:gd name="connsiteX46" fmla="*/ 541050 w 726580"/>
              <a:gd name="connsiteY46" fmla="*/ 529528 h 858687"/>
              <a:gd name="connsiteX47" fmla="*/ 530529 w 726580"/>
              <a:gd name="connsiteY47" fmla="*/ 542306 h 858687"/>
              <a:gd name="connsiteX48" fmla="*/ 481596 w 726580"/>
              <a:gd name="connsiteY48" fmla="*/ 602635 h 858687"/>
              <a:gd name="connsiteX49" fmla="*/ 318565 w 726580"/>
              <a:gd name="connsiteY49" fmla="*/ 794477 h 858687"/>
              <a:gd name="connsiteX50" fmla="*/ 310652 w 726580"/>
              <a:gd name="connsiteY50" fmla="*/ 801845 h 858687"/>
              <a:gd name="connsiteX51" fmla="*/ 305847 w 726580"/>
              <a:gd name="connsiteY51" fmla="*/ 806096 h 858687"/>
              <a:gd name="connsiteX52" fmla="*/ 299658 w 726580"/>
              <a:gd name="connsiteY52" fmla="*/ 811704 h 858687"/>
              <a:gd name="connsiteX53" fmla="*/ 293449 w 726580"/>
              <a:gd name="connsiteY53" fmla="*/ 806120 h 858687"/>
              <a:gd name="connsiteX54" fmla="*/ 223964 w 726580"/>
              <a:gd name="connsiteY54" fmla="*/ 701570 h 858687"/>
              <a:gd name="connsiteX55" fmla="*/ 160767 w 726580"/>
              <a:gd name="connsiteY55" fmla="*/ 608778 h 858687"/>
              <a:gd name="connsiteX56" fmla="*/ 158905 w 726580"/>
              <a:gd name="connsiteY56" fmla="*/ 607337 h 858687"/>
              <a:gd name="connsiteX57" fmla="*/ 157950 w 726580"/>
              <a:gd name="connsiteY57" fmla="*/ 605187 h 858687"/>
              <a:gd name="connsiteX58" fmla="*/ 128016 w 726580"/>
              <a:gd name="connsiteY58" fmla="*/ 544038 h 858687"/>
              <a:gd name="connsiteX59" fmla="*/ 87570 w 726580"/>
              <a:gd name="connsiteY59" fmla="*/ 436744 h 858687"/>
              <a:gd name="connsiteX60" fmla="*/ 70711 w 726580"/>
              <a:gd name="connsiteY60" fmla="*/ 173865 h 858687"/>
              <a:gd name="connsiteX61" fmla="*/ 71182 w 726580"/>
              <a:gd name="connsiteY61" fmla="*/ 169530 h 858687"/>
              <a:gd name="connsiteX62" fmla="*/ 104658 w 726580"/>
              <a:gd name="connsiteY62" fmla="*/ 100489 h 858687"/>
              <a:gd name="connsiteX63" fmla="*/ 154414 w 726580"/>
              <a:gd name="connsiteY63" fmla="*/ 91192 h 858687"/>
              <a:gd name="connsiteX64" fmla="*/ 257814 w 726580"/>
              <a:gd name="connsiteY64" fmla="*/ 244903 h 858687"/>
              <a:gd name="connsiteX65" fmla="*/ 292724 w 726580"/>
              <a:gd name="connsiteY65" fmla="*/ 415233 h 858687"/>
              <a:gd name="connsiteX66" fmla="*/ 329363 w 726580"/>
              <a:gd name="connsiteY66" fmla="*/ 445137 h 858687"/>
              <a:gd name="connsiteX67" fmla="*/ 359494 w 726580"/>
              <a:gd name="connsiteY67" fmla="*/ 330939 h 858687"/>
              <a:gd name="connsiteX68" fmla="*/ 358417 w 726580"/>
              <a:gd name="connsiteY68" fmla="*/ 325380 h 858687"/>
              <a:gd name="connsiteX69" fmla="*/ 362852 w 726580"/>
              <a:gd name="connsiteY69" fmla="*/ 321872 h 858687"/>
              <a:gd name="connsiteX70" fmla="*/ 387845 w 726580"/>
              <a:gd name="connsiteY70" fmla="*/ 258352 h 858687"/>
              <a:gd name="connsiteX71" fmla="*/ 403807 w 726580"/>
              <a:gd name="connsiteY71" fmla="*/ 198459 h 858687"/>
              <a:gd name="connsiteX72" fmla="*/ 404796 w 726580"/>
              <a:gd name="connsiteY72" fmla="*/ 196834 h 858687"/>
              <a:gd name="connsiteX73" fmla="*/ 612062 w 726580"/>
              <a:gd name="connsiteY73" fmla="*/ 31549 h 858687"/>
              <a:gd name="connsiteX74" fmla="*/ 618181 w 726580"/>
              <a:gd name="connsiteY74" fmla="*/ 31372 h 858687"/>
              <a:gd name="connsiteX75" fmla="*/ 667174 w 726580"/>
              <a:gd name="connsiteY75" fmla="*/ 62324 h 858687"/>
              <a:gd name="connsiteX76" fmla="*/ 672038 w 726580"/>
              <a:gd name="connsiteY76" fmla="*/ 71937 h 858687"/>
              <a:gd name="connsiteX77" fmla="*/ 691547 w 726580"/>
              <a:gd name="connsiteY77" fmla="*/ 123561 h 858687"/>
              <a:gd name="connsiteX78" fmla="*/ 688136 w 726580"/>
              <a:gd name="connsiteY78" fmla="*/ 219410 h 85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726580" h="858687">
                <a:moveTo>
                  <a:pt x="705244" y="43775"/>
                </a:moveTo>
                <a:lnTo>
                  <a:pt x="704770" y="42431"/>
                </a:lnTo>
                <a:cubicBezTo>
                  <a:pt x="701953" y="31990"/>
                  <a:pt x="690694" y="12890"/>
                  <a:pt x="672368" y="5510"/>
                </a:cubicBezTo>
                <a:cubicBezTo>
                  <a:pt x="592868" y="-10314"/>
                  <a:pt x="521036" y="8096"/>
                  <a:pt x="464631" y="58790"/>
                </a:cubicBezTo>
                <a:cubicBezTo>
                  <a:pt x="456399" y="66189"/>
                  <a:pt x="447720" y="73516"/>
                  <a:pt x="439329" y="80600"/>
                </a:cubicBezTo>
                <a:cubicBezTo>
                  <a:pt x="389201" y="122924"/>
                  <a:pt x="341851" y="162901"/>
                  <a:pt x="346054" y="243076"/>
                </a:cubicBezTo>
                <a:lnTo>
                  <a:pt x="347301" y="266880"/>
                </a:lnTo>
                <a:lnTo>
                  <a:pt x="330314" y="250206"/>
                </a:lnTo>
                <a:cubicBezTo>
                  <a:pt x="302950" y="223344"/>
                  <a:pt x="292738" y="190625"/>
                  <a:pt x="283726" y="161759"/>
                </a:cubicBezTo>
                <a:cubicBezTo>
                  <a:pt x="274730" y="132933"/>
                  <a:pt x="266231" y="105708"/>
                  <a:pt x="242306" y="87471"/>
                </a:cubicBezTo>
                <a:lnTo>
                  <a:pt x="240027" y="85733"/>
                </a:lnTo>
                <a:lnTo>
                  <a:pt x="239122" y="83011"/>
                </a:lnTo>
                <a:cubicBezTo>
                  <a:pt x="234765" y="69809"/>
                  <a:pt x="225104" y="59605"/>
                  <a:pt x="212539" y="54794"/>
                </a:cubicBezTo>
                <a:cubicBezTo>
                  <a:pt x="188069" y="45423"/>
                  <a:pt x="166402" y="41208"/>
                  <a:pt x="146249" y="41813"/>
                </a:cubicBezTo>
                <a:cubicBezTo>
                  <a:pt x="114688" y="42813"/>
                  <a:pt x="84777" y="46336"/>
                  <a:pt x="65688" y="78056"/>
                </a:cubicBezTo>
                <a:cubicBezTo>
                  <a:pt x="48947" y="105866"/>
                  <a:pt x="37650" y="136611"/>
                  <a:pt x="26725" y="166342"/>
                </a:cubicBezTo>
                <a:cubicBezTo>
                  <a:pt x="22850" y="176895"/>
                  <a:pt x="18840" y="187804"/>
                  <a:pt x="14626" y="198494"/>
                </a:cubicBezTo>
                <a:cubicBezTo>
                  <a:pt x="-979" y="238081"/>
                  <a:pt x="-4061" y="271088"/>
                  <a:pt x="5208" y="299410"/>
                </a:cubicBezTo>
                <a:lnTo>
                  <a:pt x="5867" y="301425"/>
                </a:lnTo>
                <a:lnTo>
                  <a:pt x="5590" y="303529"/>
                </a:lnTo>
                <a:cubicBezTo>
                  <a:pt x="-317" y="348189"/>
                  <a:pt x="10698" y="390676"/>
                  <a:pt x="21349" y="431763"/>
                </a:cubicBezTo>
                <a:cubicBezTo>
                  <a:pt x="26785" y="452732"/>
                  <a:pt x="32408" y="474417"/>
                  <a:pt x="35764" y="496218"/>
                </a:cubicBezTo>
                <a:cubicBezTo>
                  <a:pt x="37483" y="507396"/>
                  <a:pt x="42304" y="517525"/>
                  <a:pt x="49700" y="525513"/>
                </a:cubicBezTo>
                <a:cubicBezTo>
                  <a:pt x="69661" y="547063"/>
                  <a:pt x="83094" y="573213"/>
                  <a:pt x="96086" y="598507"/>
                </a:cubicBezTo>
                <a:cubicBezTo>
                  <a:pt x="114459" y="634275"/>
                  <a:pt x="131813" y="668064"/>
                  <a:pt x="166138" y="689885"/>
                </a:cubicBezTo>
                <a:lnTo>
                  <a:pt x="170631" y="692743"/>
                </a:lnTo>
                <a:lnTo>
                  <a:pt x="170439" y="698070"/>
                </a:lnTo>
                <a:cubicBezTo>
                  <a:pt x="169662" y="719495"/>
                  <a:pt x="181893" y="732561"/>
                  <a:pt x="196054" y="747699"/>
                </a:cubicBezTo>
                <a:cubicBezTo>
                  <a:pt x="208572" y="761078"/>
                  <a:pt x="222592" y="776060"/>
                  <a:pt x="226047" y="798026"/>
                </a:cubicBezTo>
                <a:cubicBezTo>
                  <a:pt x="246131" y="802805"/>
                  <a:pt x="260122" y="816815"/>
                  <a:pt x="273704" y="830403"/>
                </a:cubicBezTo>
                <a:cubicBezTo>
                  <a:pt x="290041" y="846748"/>
                  <a:pt x="304199" y="860932"/>
                  <a:pt x="327388" y="858392"/>
                </a:cubicBezTo>
                <a:cubicBezTo>
                  <a:pt x="339663" y="849529"/>
                  <a:pt x="347249" y="837465"/>
                  <a:pt x="355261" y="824723"/>
                </a:cubicBezTo>
                <a:cubicBezTo>
                  <a:pt x="361732" y="814431"/>
                  <a:pt x="368425" y="803784"/>
                  <a:pt x="377805" y="794843"/>
                </a:cubicBezTo>
                <a:cubicBezTo>
                  <a:pt x="384177" y="788766"/>
                  <a:pt x="390943" y="782743"/>
                  <a:pt x="397489" y="776913"/>
                </a:cubicBezTo>
                <a:cubicBezTo>
                  <a:pt x="417734" y="758886"/>
                  <a:pt x="438666" y="740247"/>
                  <a:pt x="449991" y="718222"/>
                </a:cubicBezTo>
                <a:cubicBezTo>
                  <a:pt x="478707" y="662365"/>
                  <a:pt x="519016" y="614849"/>
                  <a:pt x="557996" y="568894"/>
                </a:cubicBezTo>
                <a:cubicBezTo>
                  <a:pt x="590920" y="530084"/>
                  <a:pt x="624966" y="489949"/>
                  <a:pt x="651153" y="445549"/>
                </a:cubicBezTo>
                <a:cubicBezTo>
                  <a:pt x="667942" y="417090"/>
                  <a:pt x="679051" y="385142"/>
                  <a:pt x="689800" y="354245"/>
                </a:cubicBezTo>
                <a:cubicBezTo>
                  <a:pt x="698242" y="329985"/>
                  <a:pt x="706967" y="304901"/>
                  <a:pt x="718485" y="281149"/>
                </a:cubicBezTo>
                <a:cubicBezTo>
                  <a:pt x="718515" y="280701"/>
                  <a:pt x="718515" y="279923"/>
                  <a:pt x="718515" y="279374"/>
                </a:cubicBezTo>
                <a:lnTo>
                  <a:pt x="718515" y="278904"/>
                </a:lnTo>
                <a:cubicBezTo>
                  <a:pt x="718521" y="259804"/>
                  <a:pt x="720586" y="240828"/>
                  <a:pt x="722586" y="222478"/>
                </a:cubicBezTo>
                <a:cubicBezTo>
                  <a:pt x="724718" y="202883"/>
                  <a:pt x="726921" y="182621"/>
                  <a:pt x="726537" y="162567"/>
                </a:cubicBezTo>
                <a:cubicBezTo>
                  <a:pt x="725684" y="118206"/>
                  <a:pt x="721739" y="81027"/>
                  <a:pt x="705244" y="43775"/>
                </a:cubicBezTo>
                <a:close/>
                <a:moveTo>
                  <a:pt x="688136" y="219410"/>
                </a:moveTo>
                <a:cubicBezTo>
                  <a:pt x="667966" y="298090"/>
                  <a:pt x="645364" y="362053"/>
                  <a:pt x="617004" y="420708"/>
                </a:cubicBezTo>
                <a:cubicBezTo>
                  <a:pt x="597375" y="461307"/>
                  <a:pt x="568742" y="495989"/>
                  <a:pt x="541050" y="529528"/>
                </a:cubicBezTo>
                <a:cubicBezTo>
                  <a:pt x="537538" y="533786"/>
                  <a:pt x="534023" y="538041"/>
                  <a:pt x="530529" y="542306"/>
                </a:cubicBezTo>
                <a:cubicBezTo>
                  <a:pt x="514129" y="562325"/>
                  <a:pt x="497591" y="582818"/>
                  <a:pt x="481596" y="602635"/>
                </a:cubicBezTo>
                <a:cubicBezTo>
                  <a:pt x="429797" y="666821"/>
                  <a:pt x="376233" y="733186"/>
                  <a:pt x="318565" y="794477"/>
                </a:cubicBezTo>
                <a:cubicBezTo>
                  <a:pt x="316145" y="797047"/>
                  <a:pt x="313598" y="799275"/>
                  <a:pt x="310652" y="801845"/>
                </a:cubicBezTo>
                <a:cubicBezTo>
                  <a:pt x="309198" y="803112"/>
                  <a:pt x="307610" y="804499"/>
                  <a:pt x="305847" y="806096"/>
                </a:cubicBezTo>
                <a:lnTo>
                  <a:pt x="299658" y="811704"/>
                </a:lnTo>
                <a:lnTo>
                  <a:pt x="293449" y="806120"/>
                </a:lnTo>
                <a:cubicBezTo>
                  <a:pt x="260500" y="776504"/>
                  <a:pt x="241926" y="738410"/>
                  <a:pt x="223964" y="701570"/>
                </a:cubicBezTo>
                <a:cubicBezTo>
                  <a:pt x="206273" y="665284"/>
                  <a:pt x="189561" y="631014"/>
                  <a:pt x="160767" y="608778"/>
                </a:cubicBezTo>
                <a:lnTo>
                  <a:pt x="158905" y="607337"/>
                </a:lnTo>
                <a:lnTo>
                  <a:pt x="157950" y="605187"/>
                </a:lnTo>
                <a:cubicBezTo>
                  <a:pt x="148382" y="583571"/>
                  <a:pt x="138028" y="563472"/>
                  <a:pt x="128016" y="544038"/>
                </a:cubicBezTo>
                <a:cubicBezTo>
                  <a:pt x="107096" y="503439"/>
                  <a:pt x="88987" y="468289"/>
                  <a:pt x="87570" y="436744"/>
                </a:cubicBezTo>
                <a:cubicBezTo>
                  <a:pt x="53196" y="335137"/>
                  <a:pt x="62098" y="253154"/>
                  <a:pt x="70711" y="173865"/>
                </a:cubicBezTo>
                <a:lnTo>
                  <a:pt x="71182" y="169530"/>
                </a:lnTo>
                <a:cubicBezTo>
                  <a:pt x="74024" y="143315"/>
                  <a:pt x="84661" y="121377"/>
                  <a:pt x="104658" y="100489"/>
                </a:cubicBezTo>
                <a:cubicBezTo>
                  <a:pt x="117720" y="86846"/>
                  <a:pt x="137717" y="83116"/>
                  <a:pt x="154414" y="91192"/>
                </a:cubicBezTo>
                <a:cubicBezTo>
                  <a:pt x="206448" y="116387"/>
                  <a:pt x="256826" y="191697"/>
                  <a:pt x="257814" y="244903"/>
                </a:cubicBezTo>
                <a:cubicBezTo>
                  <a:pt x="276438" y="277378"/>
                  <a:pt x="296909" y="377129"/>
                  <a:pt x="292724" y="415233"/>
                </a:cubicBezTo>
                <a:cubicBezTo>
                  <a:pt x="301302" y="436700"/>
                  <a:pt x="312223" y="445617"/>
                  <a:pt x="329363" y="445137"/>
                </a:cubicBezTo>
                <a:cubicBezTo>
                  <a:pt x="355019" y="425391"/>
                  <a:pt x="368215" y="375986"/>
                  <a:pt x="359494" y="330939"/>
                </a:cubicBezTo>
                <a:lnTo>
                  <a:pt x="358417" y="325380"/>
                </a:lnTo>
                <a:lnTo>
                  <a:pt x="362852" y="321872"/>
                </a:lnTo>
                <a:cubicBezTo>
                  <a:pt x="382555" y="306281"/>
                  <a:pt x="385006" y="284070"/>
                  <a:pt x="387845" y="258352"/>
                </a:cubicBezTo>
                <a:cubicBezTo>
                  <a:pt x="390079" y="238141"/>
                  <a:pt x="392385" y="217241"/>
                  <a:pt x="403807" y="198459"/>
                </a:cubicBezTo>
                <a:lnTo>
                  <a:pt x="404796" y="196834"/>
                </a:lnTo>
                <a:cubicBezTo>
                  <a:pt x="452605" y="118233"/>
                  <a:pt x="502028" y="36981"/>
                  <a:pt x="612062" y="31549"/>
                </a:cubicBezTo>
                <a:cubicBezTo>
                  <a:pt x="613041" y="31501"/>
                  <a:pt x="617268" y="31362"/>
                  <a:pt x="618181" y="31372"/>
                </a:cubicBezTo>
                <a:cubicBezTo>
                  <a:pt x="638813" y="31614"/>
                  <a:pt x="657908" y="43556"/>
                  <a:pt x="667174" y="62324"/>
                </a:cubicBezTo>
                <a:cubicBezTo>
                  <a:pt x="668759" y="65535"/>
                  <a:pt x="670398" y="68732"/>
                  <a:pt x="672038" y="71937"/>
                </a:cubicBezTo>
                <a:cubicBezTo>
                  <a:pt x="680144" y="87754"/>
                  <a:pt x="688527" y="104107"/>
                  <a:pt x="691547" y="123561"/>
                </a:cubicBezTo>
                <a:cubicBezTo>
                  <a:pt x="697144" y="159588"/>
                  <a:pt x="696129" y="188254"/>
                  <a:pt x="688136" y="219410"/>
                </a:cubicBezTo>
                <a:close/>
              </a:path>
            </a:pathLst>
          </a:custGeom>
          <a:solidFill>
            <a:schemeClr val="bg1"/>
          </a:solidFill>
          <a:ln w="59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4" name="Image 1" descr=" ">
            <a:extLst>
              <a:ext uri="{FF2B5EF4-FFF2-40B4-BE49-F238E27FC236}">
                <a16:creationId xmlns:a16="http://schemas.microsoft.com/office/drawing/2014/main" id="{4A200724-3495-10E0-DB1A-A285745AF0E8}"/>
              </a:ext>
            </a:extLst>
          </p:cNvPr>
          <p:cNvSpPr/>
          <p:nvPr/>
        </p:nvSpPr>
        <p:spPr>
          <a:xfrm>
            <a:off x="8411916" y="3564426"/>
            <a:ext cx="480246" cy="481160"/>
          </a:xfrm>
          <a:custGeom>
            <a:avLst/>
            <a:gdLst>
              <a:gd name="connsiteX0" fmla="*/ 239068 w 640328"/>
              <a:gd name="connsiteY0" fmla="*/ 196016 h 641547"/>
              <a:gd name="connsiteX1" fmla="*/ 254434 w 640328"/>
              <a:gd name="connsiteY1" fmla="*/ 72872 h 641547"/>
              <a:gd name="connsiteX2" fmla="*/ 285884 w 640328"/>
              <a:gd name="connsiteY2" fmla="*/ 14704 h 641547"/>
              <a:gd name="connsiteX3" fmla="*/ 380572 w 640328"/>
              <a:gd name="connsiteY3" fmla="*/ 27361 h 641547"/>
              <a:gd name="connsiteX4" fmla="*/ 391737 w 640328"/>
              <a:gd name="connsiteY4" fmla="*/ 69603 h 641547"/>
              <a:gd name="connsiteX5" fmla="*/ 403357 w 640328"/>
              <a:gd name="connsiteY5" fmla="*/ 108444 h 641547"/>
              <a:gd name="connsiteX6" fmla="*/ 403527 w 640328"/>
              <a:gd name="connsiteY6" fmla="*/ 114318 h 641547"/>
              <a:gd name="connsiteX7" fmla="*/ 400186 w 640328"/>
              <a:gd name="connsiteY7" fmla="*/ 151207 h 641547"/>
              <a:gd name="connsiteX8" fmla="*/ 389892 w 640328"/>
              <a:gd name="connsiteY8" fmla="*/ 191118 h 641547"/>
              <a:gd name="connsiteX9" fmla="*/ 406831 w 640328"/>
              <a:gd name="connsiteY9" fmla="*/ 185078 h 641547"/>
              <a:gd name="connsiteX10" fmla="*/ 538313 w 640328"/>
              <a:gd name="connsiteY10" fmla="*/ 113675 h 641547"/>
              <a:gd name="connsiteX11" fmla="*/ 582443 w 640328"/>
              <a:gd name="connsiteY11" fmla="*/ 106857 h 641547"/>
              <a:gd name="connsiteX12" fmla="*/ 610824 w 640328"/>
              <a:gd name="connsiteY12" fmla="*/ 108436 h 641547"/>
              <a:gd name="connsiteX13" fmla="*/ 618881 w 640328"/>
              <a:gd name="connsiteY13" fmla="*/ 110049 h 641547"/>
              <a:gd name="connsiteX14" fmla="*/ 636725 w 640328"/>
              <a:gd name="connsiteY14" fmla="*/ 172657 h 641547"/>
              <a:gd name="connsiteX15" fmla="*/ 587702 w 640328"/>
              <a:gd name="connsiteY15" fmla="*/ 244531 h 641547"/>
              <a:gd name="connsiteX16" fmla="*/ 518276 w 640328"/>
              <a:gd name="connsiteY16" fmla="*/ 294604 h 641547"/>
              <a:gd name="connsiteX17" fmla="*/ 434958 w 640328"/>
              <a:gd name="connsiteY17" fmla="*/ 326323 h 641547"/>
              <a:gd name="connsiteX18" fmla="*/ 418074 w 640328"/>
              <a:gd name="connsiteY18" fmla="*/ 335275 h 641547"/>
              <a:gd name="connsiteX19" fmla="*/ 521693 w 640328"/>
              <a:gd name="connsiteY19" fmla="*/ 400905 h 641547"/>
              <a:gd name="connsiteX20" fmla="*/ 542915 w 640328"/>
              <a:gd name="connsiteY20" fmla="*/ 442251 h 641547"/>
              <a:gd name="connsiteX21" fmla="*/ 529874 w 640328"/>
              <a:gd name="connsiteY21" fmla="*/ 520622 h 641547"/>
              <a:gd name="connsiteX22" fmla="*/ 485583 w 640328"/>
              <a:gd name="connsiteY22" fmla="*/ 530328 h 641547"/>
              <a:gd name="connsiteX23" fmla="*/ 433445 w 640328"/>
              <a:gd name="connsiteY23" fmla="*/ 510247 h 641547"/>
              <a:gd name="connsiteX24" fmla="*/ 374945 w 640328"/>
              <a:gd name="connsiteY24" fmla="*/ 466950 h 641547"/>
              <a:gd name="connsiteX25" fmla="*/ 333244 w 640328"/>
              <a:gd name="connsiteY25" fmla="*/ 411707 h 641547"/>
              <a:gd name="connsiteX26" fmla="*/ 321200 w 640328"/>
              <a:gd name="connsiteY26" fmla="*/ 404958 h 641547"/>
              <a:gd name="connsiteX27" fmla="*/ 321582 w 640328"/>
              <a:gd name="connsiteY27" fmla="*/ 488492 h 641547"/>
              <a:gd name="connsiteX28" fmla="*/ 314840 w 640328"/>
              <a:gd name="connsiteY28" fmla="*/ 511806 h 641547"/>
              <a:gd name="connsiteX29" fmla="*/ 296855 w 640328"/>
              <a:gd name="connsiteY29" fmla="*/ 563118 h 641547"/>
              <a:gd name="connsiteX30" fmla="*/ 270644 w 640328"/>
              <a:gd name="connsiteY30" fmla="*/ 617620 h 641547"/>
              <a:gd name="connsiteX31" fmla="*/ 209907 w 640328"/>
              <a:gd name="connsiteY31" fmla="*/ 641006 h 641547"/>
              <a:gd name="connsiteX32" fmla="*/ 154169 w 640328"/>
              <a:gd name="connsiteY32" fmla="*/ 593915 h 641547"/>
              <a:gd name="connsiteX33" fmla="*/ 148754 w 640328"/>
              <a:gd name="connsiteY33" fmla="*/ 526857 h 641547"/>
              <a:gd name="connsiteX34" fmla="*/ 155966 w 640328"/>
              <a:gd name="connsiteY34" fmla="*/ 497294 h 641547"/>
              <a:gd name="connsiteX35" fmla="*/ 168254 w 640328"/>
              <a:gd name="connsiteY35" fmla="*/ 465779 h 641547"/>
              <a:gd name="connsiteX36" fmla="*/ 180870 w 640328"/>
              <a:gd name="connsiteY36" fmla="*/ 444438 h 641547"/>
              <a:gd name="connsiteX37" fmla="*/ 193418 w 640328"/>
              <a:gd name="connsiteY37" fmla="*/ 424743 h 641547"/>
              <a:gd name="connsiteX38" fmla="*/ 152690 w 640328"/>
              <a:gd name="connsiteY38" fmla="*/ 435593 h 641547"/>
              <a:gd name="connsiteX39" fmla="*/ 117943 w 640328"/>
              <a:gd name="connsiteY39" fmla="*/ 443297 h 641547"/>
              <a:gd name="connsiteX40" fmla="*/ 60497 w 640328"/>
              <a:gd name="connsiteY40" fmla="*/ 446965 h 641547"/>
              <a:gd name="connsiteX41" fmla="*/ 1558 w 640328"/>
              <a:gd name="connsiteY41" fmla="*/ 395103 h 641547"/>
              <a:gd name="connsiteX42" fmla="*/ 16310 w 640328"/>
              <a:gd name="connsiteY42" fmla="*/ 354399 h 641547"/>
              <a:gd name="connsiteX43" fmla="*/ 74058 w 640328"/>
              <a:gd name="connsiteY43" fmla="*/ 315788 h 641547"/>
              <a:gd name="connsiteX44" fmla="*/ 114445 w 640328"/>
              <a:gd name="connsiteY44" fmla="*/ 308366 h 641547"/>
              <a:gd name="connsiteX45" fmla="*/ 174219 w 640328"/>
              <a:gd name="connsiteY45" fmla="*/ 306914 h 641547"/>
              <a:gd name="connsiteX46" fmla="*/ 118430 w 640328"/>
              <a:gd name="connsiteY46" fmla="*/ 276306 h 641547"/>
              <a:gd name="connsiteX47" fmla="*/ 99400 w 640328"/>
              <a:gd name="connsiteY47" fmla="*/ 262459 h 641547"/>
              <a:gd name="connsiteX48" fmla="*/ 45560 w 640328"/>
              <a:gd name="connsiteY48" fmla="*/ 208340 h 641547"/>
              <a:gd name="connsiteX49" fmla="*/ 30738 w 640328"/>
              <a:gd name="connsiteY49" fmla="*/ 176387 h 641547"/>
              <a:gd name="connsiteX50" fmla="*/ 45085 w 640328"/>
              <a:gd name="connsiteY50" fmla="*/ 121117 h 641547"/>
              <a:gd name="connsiteX51" fmla="*/ 110898 w 640328"/>
              <a:gd name="connsiteY51" fmla="*/ 99209 h 641547"/>
              <a:gd name="connsiteX52" fmla="*/ 169526 w 640328"/>
              <a:gd name="connsiteY52" fmla="*/ 125259 h 641547"/>
              <a:gd name="connsiteX53" fmla="*/ 192536 w 640328"/>
              <a:gd name="connsiteY53" fmla="*/ 141289 h 641547"/>
              <a:gd name="connsiteX54" fmla="*/ 230295 w 640328"/>
              <a:gd name="connsiteY54" fmla="*/ 184537 h 641547"/>
              <a:gd name="connsiteX55" fmla="*/ 239068 w 640328"/>
              <a:gd name="connsiteY55" fmla="*/ 196016 h 641547"/>
              <a:gd name="connsiteX56" fmla="*/ 334026 w 640328"/>
              <a:gd name="connsiteY56" fmla="*/ 312141 h 641547"/>
              <a:gd name="connsiteX57" fmla="*/ 346149 w 640328"/>
              <a:gd name="connsiteY57" fmla="*/ 316943 h 641547"/>
              <a:gd name="connsiteX58" fmla="*/ 413064 w 640328"/>
              <a:gd name="connsiteY58" fmla="*/ 309249 h 641547"/>
              <a:gd name="connsiteX59" fmla="*/ 501432 w 640328"/>
              <a:gd name="connsiteY59" fmla="*/ 280805 h 641547"/>
              <a:gd name="connsiteX60" fmla="*/ 583166 w 640328"/>
              <a:gd name="connsiteY60" fmla="*/ 225580 h 641547"/>
              <a:gd name="connsiteX61" fmla="*/ 623541 w 640328"/>
              <a:gd name="connsiteY61" fmla="*/ 164952 h 641547"/>
              <a:gd name="connsiteX62" fmla="*/ 589887 w 640328"/>
              <a:gd name="connsiteY62" fmla="*/ 122937 h 641547"/>
              <a:gd name="connsiteX63" fmla="*/ 512145 w 640328"/>
              <a:gd name="connsiteY63" fmla="*/ 140439 h 641547"/>
              <a:gd name="connsiteX64" fmla="*/ 443364 w 640328"/>
              <a:gd name="connsiteY64" fmla="*/ 182663 h 641547"/>
              <a:gd name="connsiteX65" fmla="*/ 375369 w 640328"/>
              <a:gd name="connsiteY65" fmla="*/ 250249 h 641547"/>
              <a:gd name="connsiteX66" fmla="*/ 334026 w 640328"/>
              <a:gd name="connsiteY66" fmla="*/ 312141 h 641547"/>
              <a:gd name="connsiteX67" fmla="*/ 371541 w 640328"/>
              <a:gd name="connsiteY67" fmla="*/ 54592 h 641547"/>
              <a:gd name="connsiteX68" fmla="*/ 362807 w 640328"/>
              <a:gd name="connsiteY68" fmla="*/ 40405 h 641547"/>
              <a:gd name="connsiteX69" fmla="*/ 322897 w 640328"/>
              <a:gd name="connsiteY69" fmla="*/ 17812 h 641547"/>
              <a:gd name="connsiteX70" fmla="*/ 285515 w 640328"/>
              <a:gd name="connsiteY70" fmla="*/ 48986 h 641547"/>
              <a:gd name="connsiteX71" fmla="*/ 280901 w 640328"/>
              <a:gd name="connsiteY71" fmla="*/ 59933 h 641547"/>
              <a:gd name="connsiteX72" fmla="*/ 267111 w 640328"/>
              <a:gd name="connsiteY72" fmla="*/ 109971 h 641547"/>
              <a:gd name="connsiteX73" fmla="*/ 264466 w 640328"/>
              <a:gd name="connsiteY73" fmla="*/ 186379 h 641547"/>
              <a:gd name="connsiteX74" fmla="*/ 268721 w 640328"/>
              <a:gd name="connsiteY74" fmla="*/ 217648 h 641547"/>
              <a:gd name="connsiteX75" fmla="*/ 270604 w 640328"/>
              <a:gd name="connsiteY75" fmla="*/ 251488 h 641547"/>
              <a:gd name="connsiteX76" fmla="*/ 302509 w 640328"/>
              <a:gd name="connsiteY76" fmla="*/ 325780 h 641547"/>
              <a:gd name="connsiteX77" fmla="*/ 332755 w 640328"/>
              <a:gd name="connsiteY77" fmla="*/ 276670 h 641547"/>
              <a:gd name="connsiteX78" fmla="*/ 339550 w 640328"/>
              <a:gd name="connsiteY78" fmla="*/ 259014 h 641547"/>
              <a:gd name="connsiteX79" fmla="*/ 356008 w 640328"/>
              <a:gd name="connsiteY79" fmla="*/ 234343 h 641547"/>
              <a:gd name="connsiteX80" fmla="*/ 381556 w 640328"/>
              <a:gd name="connsiteY80" fmla="*/ 145372 h 641547"/>
              <a:gd name="connsiteX81" fmla="*/ 381576 w 640328"/>
              <a:gd name="connsiteY81" fmla="*/ 101019 h 641547"/>
              <a:gd name="connsiteX82" fmla="*/ 371541 w 640328"/>
              <a:gd name="connsiteY82" fmla="*/ 54592 h 641547"/>
              <a:gd name="connsiteX83" fmla="*/ 191053 w 640328"/>
              <a:gd name="connsiteY83" fmla="*/ 485064 h 641547"/>
              <a:gd name="connsiteX84" fmla="*/ 177100 w 640328"/>
              <a:gd name="connsiteY84" fmla="*/ 545342 h 641547"/>
              <a:gd name="connsiteX85" fmla="*/ 200378 w 640328"/>
              <a:gd name="connsiteY85" fmla="*/ 614398 h 641547"/>
              <a:gd name="connsiteX86" fmla="*/ 235350 w 640328"/>
              <a:gd name="connsiteY86" fmla="*/ 618514 h 641547"/>
              <a:gd name="connsiteX87" fmla="*/ 262079 w 640328"/>
              <a:gd name="connsiteY87" fmla="*/ 585648 h 641547"/>
              <a:gd name="connsiteX88" fmla="*/ 293429 w 640328"/>
              <a:gd name="connsiteY88" fmla="*/ 491394 h 641547"/>
              <a:gd name="connsiteX89" fmla="*/ 298472 w 640328"/>
              <a:gd name="connsiteY89" fmla="*/ 447445 h 641547"/>
              <a:gd name="connsiteX90" fmla="*/ 300864 w 640328"/>
              <a:gd name="connsiteY90" fmla="*/ 402730 h 641547"/>
              <a:gd name="connsiteX91" fmla="*/ 291598 w 640328"/>
              <a:gd name="connsiteY91" fmla="*/ 359286 h 641547"/>
              <a:gd name="connsiteX92" fmla="*/ 279354 w 640328"/>
              <a:gd name="connsiteY92" fmla="*/ 370253 h 641547"/>
              <a:gd name="connsiteX93" fmla="*/ 206401 w 640328"/>
              <a:gd name="connsiteY93" fmla="*/ 451129 h 641547"/>
              <a:gd name="connsiteX94" fmla="*/ 191053 w 640328"/>
              <a:gd name="connsiteY94" fmla="*/ 485064 h 641547"/>
              <a:gd name="connsiteX95" fmla="*/ 406508 w 640328"/>
              <a:gd name="connsiteY95" fmla="*/ 350703 h 641547"/>
              <a:gd name="connsiteX96" fmla="*/ 315298 w 640328"/>
              <a:gd name="connsiteY96" fmla="*/ 349226 h 641547"/>
              <a:gd name="connsiteX97" fmla="*/ 345077 w 640328"/>
              <a:gd name="connsiteY97" fmla="*/ 402705 h 641547"/>
              <a:gd name="connsiteX98" fmla="*/ 362089 w 640328"/>
              <a:gd name="connsiteY98" fmla="*/ 424316 h 641547"/>
              <a:gd name="connsiteX99" fmla="*/ 426382 w 640328"/>
              <a:gd name="connsiteY99" fmla="*/ 484495 h 641547"/>
              <a:gd name="connsiteX100" fmla="*/ 513873 w 640328"/>
              <a:gd name="connsiteY100" fmla="*/ 511992 h 641547"/>
              <a:gd name="connsiteX101" fmla="*/ 518590 w 640328"/>
              <a:gd name="connsiteY101" fmla="*/ 440097 h 641547"/>
              <a:gd name="connsiteX102" fmla="*/ 484821 w 640328"/>
              <a:gd name="connsiteY102" fmla="*/ 393973 h 641547"/>
              <a:gd name="connsiteX103" fmla="*/ 478953 w 640328"/>
              <a:gd name="connsiteY103" fmla="*/ 388337 h 641547"/>
              <a:gd name="connsiteX104" fmla="*/ 414143 w 640328"/>
              <a:gd name="connsiteY104" fmla="*/ 357877 h 641547"/>
              <a:gd name="connsiteX105" fmla="*/ 406508 w 640328"/>
              <a:gd name="connsiteY105" fmla="*/ 350703 h 641547"/>
              <a:gd name="connsiteX106" fmla="*/ 235364 w 640328"/>
              <a:gd name="connsiteY106" fmla="*/ 246237 h 641547"/>
              <a:gd name="connsiteX107" fmla="*/ 227944 w 640328"/>
              <a:gd name="connsiteY107" fmla="*/ 236220 h 641547"/>
              <a:gd name="connsiteX108" fmla="*/ 200687 w 640328"/>
              <a:gd name="connsiteY108" fmla="*/ 198545 h 641547"/>
              <a:gd name="connsiteX109" fmla="*/ 177120 w 640328"/>
              <a:gd name="connsiteY109" fmla="*/ 174460 h 641547"/>
              <a:gd name="connsiteX110" fmla="*/ 84035 w 640328"/>
              <a:gd name="connsiteY110" fmla="*/ 126465 h 641547"/>
              <a:gd name="connsiteX111" fmla="*/ 55348 w 640328"/>
              <a:gd name="connsiteY111" fmla="*/ 165302 h 641547"/>
              <a:gd name="connsiteX112" fmla="*/ 64219 w 640328"/>
              <a:gd name="connsiteY112" fmla="*/ 187866 h 641547"/>
              <a:gd name="connsiteX113" fmla="*/ 107493 w 640328"/>
              <a:gd name="connsiteY113" fmla="*/ 239274 h 641547"/>
              <a:gd name="connsiteX114" fmla="*/ 154823 w 640328"/>
              <a:gd name="connsiteY114" fmla="*/ 269431 h 641547"/>
              <a:gd name="connsiteX115" fmla="*/ 224750 w 640328"/>
              <a:gd name="connsiteY115" fmla="*/ 300787 h 641547"/>
              <a:gd name="connsiteX116" fmla="*/ 261726 w 640328"/>
              <a:gd name="connsiteY116" fmla="*/ 307910 h 641547"/>
              <a:gd name="connsiteX117" fmla="*/ 235364 w 640328"/>
              <a:gd name="connsiteY117" fmla="*/ 246237 h 641547"/>
              <a:gd name="connsiteX118" fmla="*/ 258728 w 640328"/>
              <a:gd name="connsiteY118" fmla="*/ 350718 h 641547"/>
              <a:gd name="connsiteX119" fmla="*/ 216395 w 640328"/>
              <a:gd name="connsiteY119" fmla="*/ 339883 h 641547"/>
              <a:gd name="connsiteX120" fmla="*/ 114853 w 640328"/>
              <a:gd name="connsiteY120" fmla="*/ 327947 h 641547"/>
              <a:gd name="connsiteX121" fmla="*/ 73933 w 640328"/>
              <a:gd name="connsiteY121" fmla="*/ 338292 h 641547"/>
              <a:gd name="connsiteX122" fmla="*/ 24169 w 640328"/>
              <a:gd name="connsiteY122" fmla="*/ 375323 h 641547"/>
              <a:gd name="connsiteX123" fmla="*/ 38252 w 640328"/>
              <a:gd name="connsiteY123" fmla="*/ 412451 h 641547"/>
              <a:gd name="connsiteX124" fmla="*/ 102485 w 640328"/>
              <a:gd name="connsiteY124" fmla="*/ 422291 h 641547"/>
              <a:gd name="connsiteX125" fmla="*/ 104750 w 640328"/>
              <a:gd name="connsiteY125" fmla="*/ 421688 h 641547"/>
              <a:gd name="connsiteX126" fmla="*/ 174164 w 640328"/>
              <a:gd name="connsiteY126" fmla="*/ 409487 h 641547"/>
              <a:gd name="connsiteX127" fmla="*/ 197539 w 640328"/>
              <a:gd name="connsiteY127" fmla="*/ 394156 h 641547"/>
              <a:gd name="connsiteX128" fmla="*/ 218385 w 640328"/>
              <a:gd name="connsiteY128" fmla="*/ 386465 h 641547"/>
              <a:gd name="connsiteX129" fmla="*/ 253907 w 640328"/>
              <a:gd name="connsiteY129" fmla="*/ 361673 h 641547"/>
              <a:gd name="connsiteX130" fmla="*/ 258728 w 640328"/>
              <a:gd name="connsiteY130" fmla="*/ 350718 h 641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640328" h="641547">
                <a:moveTo>
                  <a:pt x="239068" y="196016"/>
                </a:moveTo>
                <a:cubicBezTo>
                  <a:pt x="235610" y="153458"/>
                  <a:pt x="244106" y="113190"/>
                  <a:pt x="254434" y="72872"/>
                </a:cubicBezTo>
                <a:cubicBezTo>
                  <a:pt x="260195" y="50380"/>
                  <a:pt x="268945" y="30417"/>
                  <a:pt x="285884" y="14704"/>
                </a:cubicBezTo>
                <a:cubicBezTo>
                  <a:pt x="306763" y="-4665"/>
                  <a:pt x="361550" y="-9046"/>
                  <a:pt x="380572" y="27361"/>
                </a:cubicBezTo>
                <a:cubicBezTo>
                  <a:pt x="387515" y="40650"/>
                  <a:pt x="393569" y="53654"/>
                  <a:pt x="391737" y="69603"/>
                </a:cubicBezTo>
                <a:cubicBezTo>
                  <a:pt x="402913" y="79819"/>
                  <a:pt x="398274" y="95072"/>
                  <a:pt x="403357" y="108444"/>
                </a:cubicBezTo>
                <a:cubicBezTo>
                  <a:pt x="404072" y="110326"/>
                  <a:pt x="404171" y="112409"/>
                  <a:pt x="403527" y="114318"/>
                </a:cubicBezTo>
                <a:cubicBezTo>
                  <a:pt x="399636" y="125843"/>
                  <a:pt x="400901" y="138613"/>
                  <a:pt x="400186" y="151207"/>
                </a:cubicBezTo>
                <a:cubicBezTo>
                  <a:pt x="399420" y="164685"/>
                  <a:pt x="396055" y="177658"/>
                  <a:pt x="389892" y="191118"/>
                </a:cubicBezTo>
                <a:cubicBezTo>
                  <a:pt x="398022" y="192149"/>
                  <a:pt x="402086" y="189023"/>
                  <a:pt x="406831" y="185078"/>
                </a:cubicBezTo>
                <a:cubicBezTo>
                  <a:pt x="445915" y="152592"/>
                  <a:pt x="485849" y="121744"/>
                  <a:pt x="538313" y="113675"/>
                </a:cubicBezTo>
                <a:cubicBezTo>
                  <a:pt x="553067" y="111406"/>
                  <a:pt x="567531" y="103381"/>
                  <a:pt x="582443" y="106857"/>
                </a:cubicBezTo>
                <a:cubicBezTo>
                  <a:pt x="592519" y="109206"/>
                  <a:pt x="601923" y="111403"/>
                  <a:pt x="610824" y="108436"/>
                </a:cubicBezTo>
                <a:cubicBezTo>
                  <a:pt x="613575" y="107517"/>
                  <a:pt x="616640" y="108204"/>
                  <a:pt x="618881" y="110049"/>
                </a:cubicBezTo>
                <a:cubicBezTo>
                  <a:pt x="637972" y="125751"/>
                  <a:pt x="645415" y="151329"/>
                  <a:pt x="636725" y="172657"/>
                </a:cubicBezTo>
                <a:cubicBezTo>
                  <a:pt x="625540" y="200100"/>
                  <a:pt x="607454" y="222409"/>
                  <a:pt x="587702" y="244531"/>
                </a:cubicBezTo>
                <a:cubicBezTo>
                  <a:pt x="567793" y="266833"/>
                  <a:pt x="542658" y="280558"/>
                  <a:pt x="518276" y="294604"/>
                </a:cubicBezTo>
                <a:cubicBezTo>
                  <a:pt x="492765" y="309295"/>
                  <a:pt x="465369" y="322627"/>
                  <a:pt x="434958" y="326323"/>
                </a:cubicBezTo>
                <a:cubicBezTo>
                  <a:pt x="423587" y="327705"/>
                  <a:pt x="423491" y="328427"/>
                  <a:pt x="418074" y="335275"/>
                </a:cubicBezTo>
                <a:cubicBezTo>
                  <a:pt x="457925" y="347893"/>
                  <a:pt x="492327" y="369075"/>
                  <a:pt x="521693" y="400905"/>
                </a:cubicBezTo>
                <a:cubicBezTo>
                  <a:pt x="520589" y="417805"/>
                  <a:pt x="539665" y="425586"/>
                  <a:pt x="542915" y="442251"/>
                </a:cubicBezTo>
                <a:cubicBezTo>
                  <a:pt x="548394" y="470324"/>
                  <a:pt x="550102" y="498743"/>
                  <a:pt x="529874" y="520622"/>
                </a:cubicBezTo>
                <a:cubicBezTo>
                  <a:pt x="519941" y="531366"/>
                  <a:pt x="501503" y="535162"/>
                  <a:pt x="485583" y="530328"/>
                </a:cubicBezTo>
                <a:cubicBezTo>
                  <a:pt x="467807" y="524925"/>
                  <a:pt x="450563" y="517581"/>
                  <a:pt x="433445" y="510247"/>
                </a:cubicBezTo>
                <a:cubicBezTo>
                  <a:pt x="410638" y="500469"/>
                  <a:pt x="390566" y="485881"/>
                  <a:pt x="374945" y="466950"/>
                </a:cubicBezTo>
                <a:cubicBezTo>
                  <a:pt x="360322" y="449226"/>
                  <a:pt x="342073" y="433971"/>
                  <a:pt x="333244" y="411707"/>
                </a:cubicBezTo>
                <a:cubicBezTo>
                  <a:pt x="331564" y="407466"/>
                  <a:pt x="328129" y="404839"/>
                  <a:pt x="321200" y="404958"/>
                </a:cubicBezTo>
                <a:cubicBezTo>
                  <a:pt x="326881" y="431552"/>
                  <a:pt x="321917" y="457638"/>
                  <a:pt x="321582" y="488492"/>
                </a:cubicBezTo>
                <a:cubicBezTo>
                  <a:pt x="323961" y="494296"/>
                  <a:pt x="319134" y="502420"/>
                  <a:pt x="314840" y="511806"/>
                </a:cubicBezTo>
                <a:cubicBezTo>
                  <a:pt x="307327" y="528215"/>
                  <a:pt x="302373" y="545839"/>
                  <a:pt x="296855" y="563118"/>
                </a:cubicBezTo>
                <a:cubicBezTo>
                  <a:pt x="290661" y="582521"/>
                  <a:pt x="279521" y="599619"/>
                  <a:pt x="270644" y="617620"/>
                </a:cubicBezTo>
                <a:cubicBezTo>
                  <a:pt x="260727" y="637740"/>
                  <a:pt x="231818" y="643487"/>
                  <a:pt x="209907" y="641006"/>
                </a:cubicBezTo>
                <a:cubicBezTo>
                  <a:pt x="179523" y="637563"/>
                  <a:pt x="163706" y="617171"/>
                  <a:pt x="154169" y="593915"/>
                </a:cubicBezTo>
                <a:cubicBezTo>
                  <a:pt x="145868" y="573666"/>
                  <a:pt x="139410" y="550357"/>
                  <a:pt x="148754" y="526857"/>
                </a:cubicBezTo>
                <a:cubicBezTo>
                  <a:pt x="152494" y="517452"/>
                  <a:pt x="150363" y="504667"/>
                  <a:pt x="155966" y="497294"/>
                </a:cubicBezTo>
                <a:cubicBezTo>
                  <a:pt x="163513" y="487359"/>
                  <a:pt x="165019" y="476582"/>
                  <a:pt x="168254" y="465779"/>
                </a:cubicBezTo>
                <a:cubicBezTo>
                  <a:pt x="170686" y="457660"/>
                  <a:pt x="174793" y="450552"/>
                  <a:pt x="180870" y="444438"/>
                </a:cubicBezTo>
                <a:cubicBezTo>
                  <a:pt x="185773" y="439506"/>
                  <a:pt x="190471" y="434169"/>
                  <a:pt x="193418" y="424743"/>
                </a:cubicBezTo>
                <a:cubicBezTo>
                  <a:pt x="178514" y="428459"/>
                  <a:pt x="164299" y="429520"/>
                  <a:pt x="152690" y="435593"/>
                </a:cubicBezTo>
                <a:cubicBezTo>
                  <a:pt x="141197" y="441606"/>
                  <a:pt x="130379" y="444605"/>
                  <a:pt x="117943" y="443297"/>
                </a:cubicBezTo>
                <a:cubicBezTo>
                  <a:pt x="98667" y="441266"/>
                  <a:pt x="80499" y="449989"/>
                  <a:pt x="60497" y="446965"/>
                </a:cubicBezTo>
                <a:cubicBezTo>
                  <a:pt x="34669" y="443058"/>
                  <a:pt x="8969" y="420396"/>
                  <a:pt x="1558" y="395103"/>
                </a:cubicBezTo>
                <a:cubicBezTo>
                  <a:pt x="-4170" y="375557"/>
                  <a:pt x="7064" y="367540"/>
                  <a:pt x="16310" y="354399"/>
                </a:cubicBezTo>
                <a:cubicBezTo>
                  <a:pt x="31251" y="333164"/>
                  <a:pt x="54525" y="328057"/>
                  <a:pt x="74058" y="315788"/>
                </a:cubicBezTo>
                <a:cubicBezTo>
                  <a:pt x="86613" y="307903"/>
                  <a:pt x="100917" y="310083"/>
                  <a:pt x="114445" y="308366"/>
                </a:cubicBezTo>
                <a:cubicBezTo>
                  <a:pt x="134112" y="305868"/>
                  <a:pt x="153971" y="304327"/>
                  <a:pt x="174219" y="306914"/>
                </a:cubicBezTo>
                <a:cubicBezTo>
                  <a:pt x="153917" y="299727"/>
                  <a:pt x="139175" y="282614"/>
                  <a:pt x="118430" y="276306"/>
                </a:cubicBezTo>
                <a:cubicBezTo>
                  <a:pt x="110367" y="273854"/>
                  <a:pt x="104716" y="268120"/>
                  <a:pt x="99400" y="262459"/>
                </a:cubicBezTo>
                <a:cubicBezTo>
                  <a:pt x="81954" y="243889"/>
                  <a:pt x="57800" y="231978"/>
                  <a:pt x="45560" y="208340"/>
                </a:cubicBezTo>
                <a:cubicBezTo>
                  <a:pt x="39964" y="197538"/>
                  <a:pt x="39705" y="184278"/>
                  <a:pt x="30738" y="176387"/>
                </a:cubicBezTo>
                <a:cubicBezTo>
                  <a:pt x="31654" y="156116"/>
                  <a:pt x="29961" y="137896"/>
                  <a:pt x="45085" y="121117"/>
                </a:cubicBezTo>
                <a:cubicBezTo>
                  <a:pt x="63951" y="100186"/>
                  <a:pt x="85748" y="93497"/>
                  <a:pt x="110898" y="99209"/>
                </a:cubicBezTo>
                <a:cubicBezTo>
                  <a:pt x="131685" y="103930"/>
                  <a:pt x="152675" y="110613"/>
                  <a:pt x="169526" y="125259"/>
                </a:cubicBezTo>
                <a:cubicBezTo>
                  <a:pt x="176718" y="131509"/>
                  <a:pt x="186557" y="135103"/>
                  <a:pt x="192536" y="141289"/>
                </a:cubicBezTo>
                <a:cubicBezTo>
                  <a:pt x="205763" y="154972"/>
                  <a:pt x="220953" y="167351"/>
                  <a:pt x="230295" y="184537"/>
                </a:cubicBezTo>
                <a:cubicBezTo>
                  <a:pt x="232512" y="188615"/>
                  <a:pt x="233733" y="193311"/>
                  <a:pt x="239068" y="196016"/>
                </a:cubicBezTo>
                <a:close/>
                <a:moveTo>
                  <a:pt x="334026" y="312141"/>
                </a:moveTo>
                <a:cubicBezTo>
                  <a:pt x="338169" y="317834"/>
                  <a:pt x="342201" y="317084"/>
                  <a:pt x="346149" y="316943"/>
                </a:cubicBezTo>
                <a:cubicBezTo>
                  <a:pt x="368690" y="316147"/>
                  <a:pt x="390817" y="310312"/>
                  <a:pt x="413064" y="309249"/>
                </a:cubicBezTo>
                <a:cubicBezTo>
                  <a:pt x="445507" y="307700"/>
                  <a:pt x="473746" y="293275"/>
                  <a:pt x="501432" y="280805"/>
                </a:cubicBezTo>
                <a:cubicBezTo>
                  <a:pt x="530936" y="267513"/>
                  <a:pt x="560121" y="250299"/>
                  <a:pt x="583166" y="225580"/>
                </a:cubicBezTo>
                <a:cubicBezTo>
                  <a:pt x="599958" y="207567"/>
                  <a:pt x="617197" y="190376"/>
                  <a:pt x="623541" y="164952"/>
                </a:cubicBezTo>
                <a:cubicBezTo>
                  <a:pt x="630176" y="138358"/>
                  <a:pt x="617330" y="120787"/>
                  <a:pt x="589887" y="122937"/>
                </a:cubicBezTo>
                <a:cubicBezTo>
                  <a:pt x="563219" y="125027"/>
                  <a:pt x="537233" y="130368"/>
                  <a:pt x="512145" y="140439"/>
                </a:cubicBezTo>
                <a:cubicBezTo>
                  <a:pt x="486730" y="150640"/>
                  <a:pt x="464736" y="166503"/>
                  <a:pt x="443364" y="182663"/>
                </a:cubicBezTo>
                <a:cubicBezTo>
                  <a:pt x="417871" y="201938"/>
                  <a:pt x="396025" y="225388"/>
                  <a:pt x="375369" y="250249"/>
                </a:cubicBezTo>
                <a:cubicBezTo>
                  <a:pt x="359192" y="269720"/>
                  <a:pt x="349693" y="292770"/>
                  <a:pt x="334026" y="312141"/>
                </a:cubicBezTo>
                <a:close/>
                <a:moveTo>
                  <a:pt x="371541" y="54592"/>
                </a:moveTo>
                <a:cubicBezTo>
                  <a:pt x="368628" y="49864"/>
                  <a:pt x="365685" y="45155"/>
                  <a:pt x="362807" y="40405"/>
                </a:cubicBezTo>
                <a:cubicBezTo>
                  <a:pt x="353702" y="25386"/>
                  <a:pt x="340920" y="16418"/>
                  <a:pt x="322897" y="17812"/>
                </a:cubicBezTo>
                <a:cubicBezTo>
                  <a:pt x="303408" y="19318"/>
                  <a:pt x="290672" y="29665"/>
                  <a:pt x="285515" y="48986"/>
                </a:cubicBezTo>
                <a:cubicBezTo>
                  <a:pt x="284501" y="52779"/>
                  <a:pt x="282619" y="56366"/>
                  <a:pt x="280901" y="59933"/>
                </a:cubicBezTo>
                <a:cubicBezTo>
                  <a:pt x="273282" y="75773"/>
                  <a:pt x="269564" y="93049"/>
                  <a:pt x="267111" y="109971"/>
                </a:cubicBezTo>
                <a:cubicBezTo>
                  <a:pt x="263466" y="135143"/>
                  <a:pt x="264430" y="160846"/>
                  <a:pt x="264466" y="186379"/>
                </a:cubicBezTo>
                <a:cubicBezTo>
                  <a:pt x="264482" y="197194"/>
                  <a:pt x="265208" y="207082"/>
                  <a:pt x="268721" y="217648"/>
                </a:cubicBezTo>
                <a:cubicBezTo>
                  <a:pt x="272145" y="227934"/>
                  <a:pt x="276384" y="239516"/>
                  <a:pt x="270604" y="251488"/>
                </a:cubicBezTo>
                <a:cubicBezTo>
                  <a:pt x="288907" y="272717"/>
                  <a:pt x="287283" y="302786"/>
                  <a:pt x="302509" y="325780"/>
                </a:cubicBezTo>
                <a:cubicBezTo>
                  <a:pt x="318911" y="311708"/>
                  <a:pt x="317449" y="288307"/>
                  <a:pt x="332755" y="276670"/>
                </a:cubicBezTo>
                <a:cubicBezTo>
                  <a:pt x="335316" y="270060"/>
                  <a:pt x="337659" y="264613"/>
                  <a:pt x="339550" y="259014"/>
                </a:cubicBezTo>
                <a:cubicBezTo>
                  <a:pt x="342845" y="249262"/>
                  <a:pt x="352357" y="243699"/>
                  <a:pt x="356008" y="234343"/>
                </a:cubicBezTo>
                <a:cubicBezTo>
                  <a:pt x="367278" y="205482"/>
                  <a:pt x="378033" y="176291"/>
                  <a:pt x="381556" y="145372"/>
                </a:cubicBezTo>
                <a:cubicBezTo>
                  <a:pt x="383217" y="130788"/>
                  <a:pt x="386676" y="115282"/>
                  <a:pt x="381576" y="101019"/>
                </a:cubicBezTo>
                <a:cubicBezTo>
                  <a:pt x="376259" y="86155"/>
                  <a:pt x="378080" y="70125"/>
                  <a:pt x="371541" y="54592"/>
                </a:cubicBezTo>
                <a:close/>
                <a:moveTo>
                  <a:pt x="191053" y="485064"/>
                </a:moveTo>
                <a:cubicBezTo>
                  <a:pt x="178690" y="504696"/>
                  <a:pt x="173828" y="524108"/>
                  <a:pt x="177100" y="545342"/>
                </a:cubicBezTo>
                <a:cubicBezTo>
                  <a:pt x="169377" y="565174"/>
                  <a:pt x="181590" y="604319"/>
                  <a:pt x="200378" y="614398"/>
                </a:cubicBezTo>
                <a:cubicBezTo>
                  <a:pt x="210837" y="620006"/>
                  <a:pt x="223757" y="625859"/>
                  <a:pt x="235350" y="618514"/>
                </a:cubicBezTo>
                <a:cubicBezTo>
                  <a:pt x="247456" y="610850"/>
                  <a:pt x="255614" y="598395"/>
                  <a:pt x="262079" y="585648"/>
                </a:cubicBezTo>
                <a:cubicBezTo>
                  <a:pt x="277162" y="555903"/>
                  <a:pt x="282777" y="522740"/>
                  <a:pt x="293429" y="491394"/>
                </a:cubicBezTo>
                <a:cubicBezTo>
                  <a:pt x="297799" y="478528"/>
                  <a:pt x="296815" y="462157"/>
                  <a:pt x="298472" y="447445"/>
                </a:cubicBezTo>
                <a:cubicBezTo>
                  <a:pt x="300093" y="433032"/>
                  <a:pt x="299238" y="417708"/>
                  <a:pt x="300864" y="402730"/>
                </a:cubicBezTo>
                <a:cubicBezTo>
                  <a:pt x="302468" y="387967"/>
                  <a:pt x="294209" y="375475"/>
                  <a:pt x="291598" y="359286"/>
                </a:cubicBezTo>
                <a:cubicBezTo>
                  <a:pt x="285724" y="364510"/>
                  <a:pt x="282234" y="367101"/>
                  <a:pt x="279354" y="370253"/>
                </a:cubicBezTo>
                <a:cubicBezTo>
                  <a:pt x="254869" y="397065"/>
                  <a:pt x="229936" y="423499"/>
                  <a:pt x="206401" y="451129"/>
                </a:cubicBezTo>
                <a:cubicBezTo>
                  <a:pt x="198437" y="460474"/>
                  <a:pt x="186167" y="469330"/>
                  <a:pt x="191053" y="485064"/>
                </a:cubicBezTo>
                <a:close/>
                <a:moveTo>
                  <a:pt x="406508" y="350703"/>
                </a:moveTo>
                <a:cubicBezTo>
                  <a:pt x="375102" y="341507"/>
                  <a:pt x="345646" y="329357"/>
                  <a:pt x="315298" y="349226"/>
                </a:cubicBezTo>
                <a:cubicBezTo>
                  <a:pt x="320395" y="370440"/>
                  <a:pt x="347940" y="377998"/>
                  <a:pt x="345077" y="402705"/>
                </a:cubicBezTo>
                <a:cubicBezTo>
                  <a:pt x="355999" y="406599"/>
                  <a:pt x="357533" y="416608"/>
                  <a:pt x="362089" y="424316"/>
                </a:cubicBezTo>
                <a:cubicBezTo>
                  <a:pt x="377716" y="450758"/>
                  <a:pt x="403770" y="465599"/>
                  <a:pt x="426382" y="484495"/>
                </a:cubicBezTo>
                <a:cubicBezTo>
                  <a:pt x="452387" y="506231"/>
                  <a:pt x="481332" y="514445"/>
                  <a:pt x="513873" y="511992"/>
                </a:cubicBezTo>
                <a:cubicBezTo>
                  <a:pt x="523935" y="490060"/>
                  <a:pt x="525148" y="453705"/>
                  <a:pt x="518590" y="440097"/>
                </a:cubicBezTo>
                <a:cubicBezTo>
                  <a:pt x="510104" y="422497"/>
                  <a:pt x="496434" y="409069"/>
                  <a:pt x="484821" y="393973"/>
                </a:cubicBezTo>
                <a:cubicBezTo>
                  <a:pt x="483170" y="391825"/>
                  <a:pt x="481290" y="389155"/>
                  <a:pt x="478953" y="388337"/>
                </a:cubicBezTo>
                <a:cubicBezTo>
                  <a:pt x="456310" y="380383"/>
                  <a:pt x="438332" y="362466"/>
                  <a:pt x="414143" y="357877"/>
                </a:cubicBezTo>
                <a:cubicBezTo>
                  <a:pt x="409732" y="357041"/>
                  <a:pt x="408531" y="352528"/>
                  <a:pt x="406508" y="350703"/>
                </a:cubicBezTo>
                <a:close/>
                <a:moveTo>
                  <a:pt x="235364" y="246237"/>
                </a:moveTo>
                <a:cubicBezTo>
                  <a:pt x="232991" y="243141"/>
                  <a:pt x="229216" y="240094"/>
                  <a:pt x="227944" y="236220"/>
                </a:cubicBezTo>
                <a:cubicBezTo>
                  <a:pt x="222814" y="220584"/>
                  <a:pt x="212022" y="209857"/>
                  <a:pt x="200687" y="198545"/>
                </a:cubicBezTo>
                <a:cubicBezTo>
                  <a:pt x="192835" y="190710"/>
                  <a:pt x="184608" y="182895"/>
                  <a:pt x="177120" y="174460"/>
                </a:cubicBezTo>
                <a:cubicBezTo>
                  <a:pt x="152427" y="146648"/>
                  <a:pt x="124271" y="124559"/>
                  <a:pt x="84035" y="126465"/>
                </a:cubicBezTo>
                <a:cubicBezTo>
                  <a:pt x="62287" y="127495"/>
                  <a:pt x="50069" y="144360"/>
                  <a:pt x="55348" y="165302"/>
                </a:cubicBezTo>
                <a:cubicBezTo>
                  <a:pt x="57387" y="173398"/>
                  <a:pt x="62123" y="180340"/>
                  <a:pt x="64219" y="187866"/>
                </a:cubicBezTo>
                <a:cubicBezTo>
                  <a:pt x="70929" y="211926"/>
                  <a:pt x="90117" y="225653"/>
                  <a:pt x="107493" y="239274"/>
                </a:cubicBezTo>
                <a:cubicBezTo>
                  <a:pt x="121881" y="250554"/>
                  <a:pt x="137801" y="260787"/>
                  <a:pt x="154823" y="269431"/>
                </a:cubicBezTo>
                <a:cubicBezTo>
                  <a:pt x="177724" y="281060"/>
                  <a:pt x="200800" y="291938"/>
                  <a:pt x="224750" y="300787"/>
                </a:cubicBezTo>
                <a:cubicBezTo>
                  <a:pt x="236112" y="304985"/>
                  <a:pt x="249032" y="304072"/>
                  <a:pt x="261726" y="307910"/>
                </a:cubicBezTo>
                <a:cubicBezTo>
                  <a:pt x="250246" y="288453"/>
                  <a:pt x="239157" y="269698"/>
                  <a:pt x="235364" y="246237"/>
                </a:cubicBezTo>
                <a:close/>
                <a:moveTo>
                  <a:pt x="258728" y="350718"/>
                </a:moveTo>
                <a:cubicBezTo>
                  <a:pt x="243110" y="352193"/>
                  <a:pt x="230434" y="343645"/>
                  <a:pt x="216395" y="339883"/>
                </a:cubicBezTo>
                <a:cubicBezTo>
                  <a:pt x="183075" y="330958"/>
                  <a:pt x="148429" y="334297"/>
                  <a:pt x="114853" y="327947"/>
                </a:cubicBezTo>
                <a:cubicBezTo>
                  <a:pt x="99970" y="325132"/>
                  <a:pt x="86898" y="333374"/>
                  <a:pt x="73933" y="338292"/>
                </a:cubicBezTo>
                <a:cubicBezTo>
                  <a:pt x="53572" y="346016"/>
                  <a:pt x="31743" y="353522"/>
                  <a:pt x="24169" y="375323"/>
                </a:cubicBezTo>
                <a:cubicBezTo>
                  <a:pt x="20905" y="392240"/>
                  <a:pt x="26763" y="403092"/>
                  <a:pt x="38252" y="412451"/>
                </a:cubicBezTo>
                <a:cubicBezTo>
                  <a:pt x="57988" y="428531"/>
                  <a:pt x="81658" y="415431"/>
                  <a:pt x="102485" y="422291"/>
                </a:cubicBezTo>
                <a:cubicBezTo>
                  <a:pt x="103105" y="422494"/>
                  <a:pt x="103979" y="421733"/>
                  <a:pt x="104750" y="421688"/>
                </a:cubicBezTo>
                <a:cubicBezTo>
                  <a:pt x="128748" y="420335"/>
                  <a:pt x="150148" y="405097"/>
                  <a:pt x="174164" y="409487"/>
                </a:cubicBezTo>
                <a:cubicBezTo>
                  <a:pt x="181920" y="402673"/>
                  <a:pt x="187472" y="394319"/>
                  <a:pt x="197539" y="394156"/>
                </a:cubicBezTo>
                <a:cubicBezTo>
                  <a:pt x="205626" y="394028"/>
                  <a:pt x="211576" y="389587"/>
                  <a:pt x="218385" y="386465"/>
                </a:cubicBezTo>
                <a:cubicBezTo>
                  <a:pt x="231773" y="380324"/>
                  <a:pt x="239954" y="366965"/>
                  <a:pt x="253907" y="361673"/>
                </a:cubicBezTo>
                <a:cubicBezTo>
                  <a:pt x="257056" y="360477"/>
                  <a:pt x="259252" y="357019"/>
                  <a:pt x="258728" y="350718"/>
                </a:cubicBezTo>
                <a:close/>
              </a:path>
            </a:pathLst>
          </a:custGeom>
          <a:solidFill>
            <a:schemeClr val="bg1"/>
          </a:solidFill>
          <a:ln w="46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29E68E6A-EA48-4296-338C-6252916364D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" y="377190"/>
            <a:ext cx="7907274" cy="315468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7400" b="1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53577C-175B-B4A1-66AA-5C60085CD57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C0A1ED1-3D31-0A28-B07A-FB29FFF3BB0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715FEB3-CFB2-98EC-9990-1546583F8A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73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550" y="4073652"/>
            <a:ext cx="6899148" cy="349758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9281" y="539115"/>
            <a:ext cx="6899148" cy="2743200"/>
          </a:xfrm>
        </p:spPr>
        <p:txBody>
          <a:bodyPr anchor="b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None/>
              <a:defRPr sz="45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8" name="Image 0" descr=" ">
            <a:extLst>
              <a:ext uri="{FF2B5EF4-FFF2-40B4-BE49-F238E27FC236}">
                <a16:creationId xmlns:a16="http://schemas.microsoft.com/office/drawing/2014/main" id="{D1B06A1B-A630-5170-2005-A912B87DBB44}"/>
              </a:ext>
            </a:extLst>
          </p:cNvPr>
          <p:cNvSpPr/>
          <p:nvPr/>
        </p:nvSpPr>
        <p:spPr>
          <a:xfrm rot="16200000" flipH="1">
            <a:off x="7118" y="3449342"/>
            <a:ext cx="1381118" cy="357141"/>
          </a:xfrm>
          <a:custGeom>
            <a:avLst/>
            <a:gdLst>
              <a:gd name="connsiteX0" fmla="*/ 117818 w 1841491"/>
              <a:gd name="connsiteY0" fmla="*/ 329448 h 476188"/>
              <a:gd name="connsiteX1" fmla="*/ 158788 w 1841491"/>
              <a:gd name="connsiteY1" fmla="*/ 295692 h 476188"/>
              <a:gd name="connsiteX2" fmla="*/ 230744 w 1841491"/>
              <a:gd name="connsiteY2" fmla="*/ 232573 h 476188"/>
              <a:gd name="connsiteX3" fmla="*/ 290203 w 1841491"/>
              <a:gd name="connsiteY3" fmla="*/ 193030 h 476188"/>
              <a:gd name="connsiteX4" fmla="*/ 439173 w 1841491"/>
              <a:gd name="connsiteY4" fmla="*/ 119492 h 476188"/>
              <a:gd name="connsiteX5" fmla="*/ 560889 w 1841491"/>
              <a:gd name="connsiteY5" fmla="*/ 83807 h 476188"/>
              <a:gd name="connsiteX6" fmla="*/ 826258 w 1841491"/>
              <a:gd name="connsiteY6" fmla="*/ 37325 h 476188"/>
              <a:gd name="connsiteX7" fmla="*/ 1217923 w 1841491"/>
              <a:gd name="connsiteY7" fmla="*/ 77543 h 476188"/>
              <a:gd name="connsiteX8" fmla="*/ 1394554 w 1841491"/>
              <a:gd name="connsiteY8" fmla="*/ 147870 h 476188"/>
              <a:gd name="connsiteX9" fmla="*/ 1634088 w 1841491"/>
              <a:gd name="connsiteY9" fmla="*/ 320865 h 476188"/>
              <a:gd name="connsiteX10" fmla="*/ 1695384 w 1841491"/>
              <a:gd name="connsiteY10" fmla="*/ 386620 h 476188"/>
              <a:gd name="connsiteX11" fmla="*/ 1714885 w 1841491"/>
              <a:gd name="connsiteY11" fmla="*/ 410637 h 476188"/>
              <a:gd name="connsiteX12" fmla="*/ 1529358 w 1841491"/>
              <a:gd name="connsiteY12" fmla="*/ 404814 h 476188"/>
              <a:gd name="connsiteX13" fmla="*/ 1463826 w 1841491"/>
              <a:gd name="connsiteY13" fmla="*/ 433574 h 476188"/>
              <a:gd name="connsiteX14" fmla="*/ 1469941 w 1841491"/>
              <a:gd name="connsiteY14" fmla="*/ 466231 h 476188"/>
              <a:gd name="connsiteX15" fmla="*/ 1528716 w 1841491"/>
              <a:gd name="connsiteY15" fmla="*/ 442224 h 476188"/>
              <a:gd name="connsiteX16" fmla="*/ 1705944 w 1841491"/>
              <a:gd name="connsiteY16" fmla="*/ 458229 h 476188"/>
              <a:gd name="connsiteX17" fmla="*/ 1746996 w 1841491"/>
              <a:gd name="connsiteY17" fmla="*/ 475617 h 476188"/>
              <a:gd name="connsiteX18" fmla="*/ 1770085 w 1841491"/>
              <a:gd name="connsiteY18" fmla="*/ 457537 h 476188"/>
              <a:gd name="connsiteX19" fmla="*/ 1763341 w 1841491"/>
              <a:gd name="connsiteY19" fmla="*/ 393338 h 476188"/>
              <a:gd name="connsiteX20" fmla="*/ 1786664 w 1841491"/>
              <a:gd name="connsiteY20" fmla="*/ 298954 h 476188"/>
              <a:gd name="connsiteX21" fmla="*/ 1837324 w 1841491"/>
              <a:gd name="connsiteY21" fmla="*/ 219497 h 476188"/>
              <a:gd name="connsiteX22" fmla="*/ 1841490 w 1841491"/>
              <a:gd name="connsiteY22" fmla="*/ 211755 h 476188"/>
              <a:gd name="connsiteX23" fmla="*/ 1836766 w 1841491"/>
              <a:gd name="connsiteY23" fmla="*/ 207783 h 476188"/>
              <a:gd name="connsiteX24" fmla="*/ 1809518 w 1841491"/>
              <a:gd name="connsiteY24" fmla="*/ 213753 h 476188"/>
              <a:gd name="connsiteX25" fmla="*/ 1739268 w 1841491"/>
              <a:gd name="connsiteY25" fmla="*/ 318473 h 476188"/>
              <a:gd name="connsiteX26" fmla="*/ 1729013 w 1841491"/>
              <a:gd name="connsiteY26" fmla="*/ 393371 h 476188"/>
              <a:gd name="connsiteX27" fmla="*/ 1711322 w 1841491"/>
              <a:gd name="connsiteY27" fmla="*/ 368107 h 476188"/>
              <a:gd name="connsiteX28" fmla="*/ 1674067 w 1841491"/>
              <a:gd name="connsiteY28" fmla="*/ 322803 h 476188"/>
              <a:gd name="connsiteX29" fmla="*/ 881756 w 1841491"/>
              <a:gd name="connsiteY29" fmla="*/ 527 h 476188"/>
              <a:gd name="connsiteX30" fmla="*/ 838430 w 1841491"/>
              <a:gd name="connsiteY30" fmla="*/ 1789 h 476188"/>
              <a:gd name="connsiteX31" fmla="*/ 612646 w 1841491"/>
              <a:gd name="connsiteY31" fmla="*/ 42354 h 476188"/>
              <a:gd name="connsiteX32" fmla="*/ 399911 w 1841491"/>
              <a:gd name="connsiteY32" fmla="*/ 111568 h 476188"/>
              <a:gd name="connsiteX33" fmla="*/ 291613 w 1841491"/>
              <a:gd name="connsiteY33" fmla="*/ 167439 h 476188"/>
              <a:gd name="connsiteX34" fmla="*/ 213217 w 1841491"/>
              <a:gd name="connsiteY34" fmla="*/ 219831 h 476188"/>
              <a:gd name="connsiteX35" fmla="*/ 119022 w 1841491"/>
              <a:gd name="connsiteY35" fmla="*/ 307261 h 476188"/>
              <a:gd name="connsiteX36" fmla="*/ 10392 w 1841491"/>
              <a:gd name="connsiteY36" fmla="*/ 436265 h 476188"/>
              <a:gd name="connsiteX37" fmla="*/ 613 w 1841491"/>
              <a:gd name="connsiteY37" fmla="*/ 472370 h 476188"/>
              <a:gd name="connsiteX38" fmla="*/ 117818 w 1841491"/>
              <a:gd name="connsiteY38" fmla="*/ 329448 h 47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841491" h="476188">
                <a:moveTo>
                  <a:pt x="117818" y="329448"/>
                </a:moveTo>
                <a:cubicBezTo>
                  <a:pt x="122114" y="327641"/>
                  <a:pt x="149069" y="303665"/>
                  <a:pt x="158788" y="295692"/>
                </a:cubicBezTo>
                <a:cubicBezTo>
                  <a:pt x="183437" y="275474"/>
                  <a:pt x="203307" y="250345"/>
                  <a:pt x="230744" y="232573"/>
                </a:cubicBezTo>
                <a:cubicBezTo>
                  <a:pt x="250628" y="219695"/>
                  <a:pt x="270517" y="206424"/>
                  <a:pt x="290203" y="193030"/>
                </a:cubicBezTo>
                <a:cubicBezTo>
                  <a:pt x="336489" y="161538"/>
                  <a:pt x="386950" y="138412"/>
                  <a:pt x="439173" y="119492"/>
                </a:cubicBezTo>
                <a:cubicBezTo>
                  <a:pt x="478866" y="105111"/>
                  <a:pt x="518816" y="90859"/>
                  <a:pt x="560889" y="83807"/>
                </a:cubicBezTo>
                <a:cubicBezTo>
                  <a:pt x="585032" y="79760"/>
                  <a:pt x="736355" y="39520"/>
                  <a:pt x="826258" y="37325"/>
                </a:cubicBezTo>
                <a:cubicBezTo>
                  <a:pt x="888741" y="32516"/>
                  <a:pt x="1007587" y="24380"/>
                  <a:pt x="1217923" y="77543"/>
                </a:cubicBezTo>
                <a:cubicBezTo>
                  <a:pt x="1289246" y="91132"/>
                  <a:pt x="1349444" y="133609"/>
                  <a:pt x="1394554" y="147870"/>
                </a:cubicBezTo>
                <a:cubicBezTo>
                  <a:pt x="1490280" y="201172"/>
                  <a:pt x="1566784" y="252002"/>
                  <a:pt x="1634088" y="320865"/>
                </a:cubicBezTo>
                <a:cubicBezTo>
                  <a:pt x="1645511" y="332548"/>
                  <a:pt x="1683287" y="375560"/>
                  <a:pt x="1695384" y="386620"/>
                </a:cubicBezTo>
                <a:cubicBezTo>
                  <a:pt x="1702654" y="393254"/>
                  <a:pt x="1709817" y="400933"/>
                  <a:pt x="1714885" y="410637"/>
                </a:cubicBezTo>
                <a:cubicBezTo>
                  <a:pt x="1652350" y="383788"/>
                  <a:pt x="1590806" y="397970"/>
                  <a:pt x="1529358" y="404814"/>
                </a:cubicBezTo>
                <a:cubicBezTo>
                  <a:pt x="1502459" y="403447"/>
                  <a:pt x="1482069" y="416960"/>
                  <a:pt x="1463826" y="433574"/>
                </a:cubicBezTo>
                <a:cubicBezTo>
                  <a:pt x="1451716" y="444602"/>
                  <a:pt x="1455545" y="457764"/>
                  <a:pt x="1469941" y="466231"/>
                </a:cubicBezTo>
                <a:cubicBezTo>
                  <a:pt x="1496039" y="465707"/>
                  <a:pt x="1514168" y="449367"/>
                  <a:pt x="1528716" y="442224"/>
                </a:cubicBezTo>
                <a:cubicBezTo>
                  <a:pt x="1578760" y="434243"/>
                  <a:pt x="1680118" y="438565"/>
                  <a:pt x="1705944" y="458229"/>
                </a:cubicBezTo>
                <a:cubicBezTo>
                  <a:pt x="1717920" y="468391"/>
                  <a:pt x="1732296" y="472154"/>
                  <a:pt x="1746996" y="475617"/>
                </a:cubicBezTo>
                <a:cubicBezTo>
                  <a:pt x="1759709" y="478614"/>
                  <a:pt x="1773653" y="469404"/>
                  <a:pt x="1770085" y="457537"/>
                </a:cubicBezTo>
                <a:cubicBezTo>
                  <a:pt x="1763716" y="436309"/>
                  <a:pt x="1767475" y="414686"/>
                  <a:pt x="1763341" y="393338"/>
                </a:cubicBezTo>
                <a:cubicBezTo>
                  <a:pt x="1756724" y="359251"/>
                  <a:pt x="1769183" y="326878"/>
                  <a:pt x="1786664" y="298954"/>
                </a:cubicBezTo>
                <a:cubicBezTo>
                  <a:pt x="1801365" y="275489"/>
                  <a:pt x="1820319" y="225072"/>
                  <a:pt x="1837324" y="219497"/>
                </a:cubicBezTo>
                <a:cubicBezTo>
                  <a:pt x="1839591" y="218046"/>
                  <a:pt x="1841312" y="215815"/>
                  <a:pt x="1841490" y="211755"/>
                </a:cubicBezTo>
                <a:cubicBezTo>
                  <a:pt x="1841522" y="210973"/>
                  <a:pt x="1841173" y="208704"/>
                  <a:pt x="1836766" y="207783"/>
                </a:cubicBezTo>
                <a:cubicBezTo>
                  <a:pt x="1827247" y="205455"/>
                  <a:pt x="1818230" y="206917"/>
                  <a:pt x="1809518" y="213753"/>
                </a:cubicBezTo>
                <a:cubicBezTo>
                  <a:pt x="1774707" y="241031"/>
                  <a:pt x="1760560" y="282229"/>
                  <a:pt x="1739268" y="318473"/>
                </a:cubicBezTo>
                <a:cubicBezTo>
                  <a:pt x="1727057" y="339280"/>
                  <a:pt x="1727343" y="363702"/>
                  <a:pt x="1729013" y="393371"/>
                </a:cubicBezTo>
                <a:cubicBezTo>
                  <a:pt x="1724663" y="387109"/>
                  <a:pt x="1717494" y="376975"/>
                  <a:pt x="1711322" y="368107"/>
                </a:cubicBezTo>
                <a:cubicBezTo>
                  <a:pt x="1705772" y="360117"/>
                  <a:pt x="1682760" y="331992"/>
                  <a:pt x="1674067" y="322803"/>
                </a:cubicBezTo>
                <a:cubicBezTo>
                  <a:pt x="1458886" y="95461"/>
                  <a:pt x="1194848" y="-8377"/>
                  <a:pt x="881756" y="527"/>
                </a:cubicBezTo>
                <a:cubicBezTo>
                  <a:pt x="871965" y="806"/>
                  <a:pt x="846184" y="1081"/>
                  <a:pt x="838430" y="1789"/>
                </a:cubicBezTo>
                <a:cubicBezTo>
                  <a:pt x="796552" y="5618"/>
                  <a:pt x="671776" y="27617"/>
                  <a:pt x="612646" y="42354"/>
                </a:cubicBezTo>
                <a:cubicBezTo>
                  <a:pt x="539725" y="60528"/>
                  <a:pt x="476947" y="78609"/>
                  <a:pt x="399911" y="111568"/>
                </a:cubicBezTo>
                <a:cubicBezTo>
                  <a:pt x="360730" y="123737"/>
                  <a:pt x="326329" y="146235"/>
                  <a:pt x="291613" y="167439"/>
                </a:cubicBezTo>
                <a:cubicBezTo>
                  <a:pt x="264761" y="183841"/>
                  <a:pt x="236268" y="198955"/>
                  <a:pt x="213217" y="219831"/>
                </a:cubicBezTo>
                <a:cubicBezTo>
                  <a:pt x="181506" y="248551"/>
                  <a:pt x="150779" y="278460"/>
                  <a:pt x="119022" y="307261"/>
                </a:cubicBezTo>
                <a:cubicBezTo>
                  <a:pt x="77081" y="345302"/>
                  <a:pt x="40028" y="387792"/>
                  <a:pt x="10392" y="436265"/>
                </a:cubicBezTo>
                <a:cubicBezTo>
                  <a:pt x="4924" y="445209"/>
                  <a:pt x="-2134" y="454176"/>
                  <a:pt x="613" y="472370"/>
                </a:cubicBezTo>
                <a:cubicBezTo>
                  <a:pt x="34585" y="415994"/>
                  <a:pt x="76760" y="373305"/>
                  <a:pt x="117818" y="329448"/>
                </a:cubicBezTo>
                <a:close/>
              </a:path>
            </a:pathLst>
          </a:custGeom>
          <a:solidFill>
            <a:schemeClr val="tx1"/>
          </a:solidFill>
          <a:ln w="63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9F3D4-8DFB-C2D6-6808-ACCA092CC24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D3351-214A-22FC-226C-1207637BF9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10D22-BF2F-D17F-5951-ADF97B8154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8700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497F3BF-0E07-E9BA-155B-9711782B9852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7F149C5-2BAB-F73F-17A8-D50F43503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88157"/>
            <a:ext cx="8191503" cy="964406"/>
          </a:xfr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F84677-F2D5-B972-3E32-ED74598296A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6250" y="1647826"/>
            <a:ext cx="3888581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7EBA3B0-9E47-011A-88A7-9C66A73A795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79171" y="1647825"/>
            <a:ext cx="3888581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B587C-B60E-E615-C552-A2FBC83547D0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44849B-B08E-8C6A-A163-A2F8CCF5F9E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6E3DD-75FC-C59D-63DE-4B7B6D8D0F5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26680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3F804AB-1061-6825-474D-F37AA33EF61F}"/>
              </a:ext>
            </a:extLst>
          </p:cNvPr>
          <p:cNvSpPr/>
          <p:nvPr/>
        </p:nvSpPr>
        <p:spPr>
          <a:xfrm>
            <a:off x="0" y="-1"/>
            <a:ext cx="9144000" cy="5143501"/>
          </a:xfrm>
          <a:custGeom>
            <a:avLst/>
            <a:gdLst>
              <a:gd name="connsiteX0" fmla="*/ 217714 w 12192000"/>
              <a:gd name="connsiteY0" fmla="*/ 217715 h 6858001"/>
              <a:gd name="connsiteX1" fmla="*/ 217714 w 12192000"/>
              <a:gd name="connsiteY1" fmla="*/ 6640287 h 6858001"/>
              <a:gd name="connsiteX2" fmla="*/ 11974286 w 12192000"/>
              <a:gd name="connsiteY2" fmla="*/ 6640287 h 6858001"/>
              <a:gd name="connsiteX3" fmla="*/ 11974286 w 12192000"/>
              <a:gd name="connsiteY3" fmla="*/ 217715 h 6858001"/>
              <a:gd name="connsiteX4" fmla="*/ 11974286 w 12192000"/>
              <a:gd name="connsiteY4" fmla="*/ 0 h 6858001"/>
              <a:gd name="connsiteX5" fmla="*/ 12192000 w 12192000"/>
              <a:gd name="connsiteY5" fmla="*/ 0 h 6858001"/>
              <a:gd name="connsiteX6" fmla="*/ 12192000 w 12192000"/>
              <a:gd name="connsiteY6" fmla="*/ 6858001 h 6858001"/>
              <a:gd name="connsiteX7" fmla="*/ 12142470 w 12192000"/>
              <a:gd name="connsiteY7" fmla="*/ 6858001 h 6858001"/>
              <a:gd name="connsiteX8" fmla="*/ 11974286 w 12192000"/>
              <a:gd name="connsiteY8" fmla="*/ 6858001 h 6858001"/>
              <a:gd name="connsiteX9" fmla="*/ 49531 w 12192000"/>
              <a:gd name="connsiteY9" fmla="*/ 6858001 h 6858001"/>
              <a:gd name="connsiteX10" fmla="*/ 49531 w 12192000"/>
              <a:gd name="connsiteY10" fmla="*/ 6857108 h 6858001"/>
              <a:gd name="connsiteX11" fmla="*/ 0 w 12192000"/>
              <a:gd name="connsiteY11" fmla="*/ 6857108 h 6858001"/>
              <a:gd name="connsiteX12" fmla="*/ 0 w 12192000"/>
              <a:gd name="connsiteY12" fmla="*/ 1 h 6858001"/>
              <a:gd name="connsiteX13" fmla="*/ 49530 w 12192000"/>
              <a:gd name="connsiteY13" fmla="*/ 1 h 6858001"/>
              <a:gd name="connsiteX14" fmla="*/ 49530 w 12192000"/>
              <a:gd name="connsiteY14" fmla="*/ 1 h 6858001"/>
              <a:gd name="connsiteX15" fmla="*/ 11974286 w 12192000"/>
              <a:gd name="connsiteY1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1">
                <a:moveTo>
                  <a:pt x="217714" y="217715"/>
                </a:moveTo>
                <a:lnTo>
                  <a:pt x="217714" y="6640287"/>
                </a:lnTo>
                <a:lnTo>
                  <a:pt x="11974286" y="6640287"/>
                </a:lnTo>
                <a:lnTo>
                  <a:pt x="11974286" y="217715"/>
                </a:lnTo>
                <a:close/>
                <a:moveTo>
                  <a:pt x="11974286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12142470" y="6858001"/>
                </a:lnTo>
                <a:lnTo>
                  <a:pt x="11974286" y="6858001"/>
                </a:lnTo>
                <a:lnTo>
                  <a:pt x="49531" y="6858001"/>
                </a:lnTo>
                <a:lnTo>
                  <a:pt x="49531" y="6857108"/>
                </a:lnTo>
                <a:lnTo>
                  <a:pt x="0" y="6857108"/>
                </a:lnTo>
                <a:lnTo>
                  <a:pt x="0" y="1"/>
                </a:lnTo>
                <a:lnTo>
                  <a:pt x="49530" y="1"/>
                </a:lnTo>
                <a:lnTo>
                  <a:pt x="49530" y="1"/>
                </a:lnTo>
                <a:lnTo>
                  <a:pt x="11974286" y="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CA4CE0-77BD-5C0C-DDCF-B29A88AA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47" y="487872"/>
            <a:ext cx="8191506" cy="964837"/>
          </a:xfrm>
        </p:spPr>
        <p:txBody>
          <a:bodyPr anchor="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623346"/>
            <a:ext cx="3886115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D5214F5-0A60-B561-42D4-649DF9BFB3D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1" y="2149984"/>
            <a:ext cx="3886115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1547" y="1623346"/>
            <a:ext cx="3905253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75932CE-6641-E5B1-49C8-F904B6ED962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81548" y="2149744"/>
            <a:ext cx="3905253" cy="120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042F4EC-C645-3F1C-4B94-035D67C0E3C3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72268" y="4976131"/>
            <a:ext cx="2620736" cy="16736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136151-AC8B-8C51-042C-5D658D8B6A8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A314E9-5344-2313-6376-A110FD1126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28010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7B2D66C-ED12-49C4-87B3-971271683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7" y="342900"/>
            <a:ext cx="8263890" cy="4154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16231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reenshot">
    <p:bg>
      <p:bgPr>
        <a:gradFill flip="none" rotWithShape="1">
          <a:gsLst>
            <a:gs pos="0">
              <a:srgbClr val="FAF1EA"/>
            </a:gs>
            <a:gs pos="80000">
              <a:srgbClr val="FDF9F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screen with a black background&#10;&#10;Description automatically generated">
            <a:extLst>
              <a:ext uri="{FF2B5EF4-FFF2-40B4-BE49-F238E27FC236}">
                <a16:creationId xmlns:a16="http://schemas.microsoft.com/office/drawing/2014/main" id="{1B734122-BEE1-29E0-F586-EFFB1DCFD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39488" y="916573"/>
            <a:ext cx="5829300" cy="3954274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46C884B-A516-8321-84E7-6BD5B1400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8151" y="980479"/>
            <a:ext cx="3077477" cy="1071062"/>
          </a:xfrm>
        </p:spPr>
        <p:txBody>
          <a:bodyPr/>
          <a:lstStyle>
            <a:lvl1pPr>
              <a:defRPr sz="12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  <a:lvl2pPr>
              <a:defRPr sz="12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2pPr>
            <a:lvl3pPr>
              <a:defRPr sz="12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3pPr>
            <a:lvl4pPr>
              <a:defRPr sz="12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4pPr>
            <a:lvl5pPr>
              <a:defRPr sz="12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CB69100-F767-7203-4CD8-43A1C6210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5857" y="4778514"/>
            <a:ext cx="299466" cy="184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9">
            <a:extLst>
              <a:ext uri="{FF2B5EF4-FFF2-40B4-BE49-F238E27FC236}">
                <a16:creationId xmlns:a16="http://schemas.microsoft.com/office/drawing/2014/main" id="{0AD17E15-8914-A320-A69A-BA903D959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5323" y="4778514"/>
            <a:ext cx="1559052" cy="184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5CFD0C7-08DE-79B6-78CB-093AAADB33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5294" y="1140619"/>
            <a:ext cx="5381625" cy="138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  <a:latin typeface="Segoe Sans Display Semilight" panose="020F0502020204030204" pitchFamily="2" charset="0"/>
                <a:cs typeface="Segoe Sans Display Semilight" panose="020F0502020204030204" pitchFamily="2" charset="0"/>
              </a:defRPr>
            </a:lvl1pPr>
          </a:lstStyle>
          <a:p>
            <a:endParaRPr lang="en-US"/>
          </a:p>
        </p:txBody>
      </p:sp>
      <p:pic>
        <p:nvPicPr>
          <p:cNvPr id="19" name="Picture 18" descr="A close up of a circular object&#10;&#10;Description automatically generated">
            <a:extLst>
              <a:ext uri="{FF2B5EF4-FFF2-40B4-BE49-F238E27FC236}">
                <a16:creationId xmlns:a16="http://schemas.microsoft.com/office/drawing/2014/main" id="{6B603636-B67F-886F-F7B4-E397F61F54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31391" y="3916741"/>
            <a:ext cx="1092333" cy="1091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7179FE-CDD6-88AA-57D5-4371AC3F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8608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3" pos="2987">
          <p15:clr>
            <a:srgbClr val="FBAE40"/>
          </p15:clr>
        </p15:guide>
        <p15:guide id="4" orient="horz" pos="1276">
          <p15:clr>
            <a:srgbClr val="FBAE40"/>
          </p15:clr>
        </p15:guide>
        <p15:guide id="5" orient="horz" pos="90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18DD5-394A-4676-966A-43A5BAC6E0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8894" y="4822895"/>
            <a:ext cx="1795711" cy="92333"/>
          </a:xfrm>
        </p:spPr>
        <p:txBody>
          <a:bodyPr lIns="182880"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9517-6D70-91AD-1227-F9D6955CD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536199F-AFBB-90E6-3138-4F79DE02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69" y="273844"/>
            <a:ext cx="8272462" cy="41195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A3C67F-FC3C-9ADD-3C51-4224755478FF}"/>
              </a:ext>
            </a:extLst>
          </p:cNvPr>
          <p:cNvGrpSpPr/>
          <p:nvPr userDrawn="1"/>
        </p:nvGrpSpPr>
        <p:grpSpPr>
          <a:xfrm>
            <a:off x="7680960" y="4868076"/>
            <a:ext cx="1003459" cy="101799"/>
            <a:chOff x="4758054" y="3543300"/>
            <a:chExt cx="1337945" cy="135732"/>
          </a:xfrm>
        </p:grpSpPr>
        <p:pic>
          <p:nvPicPr>
            <p:cNvPr id="14" name="Picture 13" descr="Microsoft logo in transparent PNG and vectorized SVG formats">
              <a:extLst>
                <a:ext uri="{FF2B5EF4-FFF2-40B4-BE49-F238E27FC236}">
                  <a16:creationId xmlns:a16="http://schemas.microsoft.com/office/drawing/2014/main" id="{5332641F-D380-1EA9-ED70-67A2B3683F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6948" y="3560080"/>
              <a:ext cx="479051" cy="10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The Data and AI Company — Databricks">
              <a:extLst>
                <a:ext uri="{FF2B5EF4-FFF2-40B4-BE49-F238E27FC236}">
                  <a16:creationId xmlns:a16="http://schemas.microsoft.com/office/drawing/2014/main" id="{777F4F78-7791-D97C-DF75-5BFC3CFCA4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77" r="-577"/>
            <a:stretch/>
          </p:blipFill>
          <p:spPr bwMode="auto">
            <a:xfrm>
              <a:off x="4758054" y="3560080"/>
              <a:ext cx="655170" cy="10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5669201-E1D8-2439-5903-DC52DE3299AA}"/>
                </a:ext>
              </a:extLst>
            </p:cNvPr>
            <p:cNvSpPr/>
            <p:nvPr/>
          </p:nvSpPr>
          <p:spPr>
            <a:xfrm flipH="1">
              <a:off x="5510514" y="3543300"/>
              <a:ext cx="9144" cy="135732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9931685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1" pos="5120">
          <p15:clr>
            <a:srgbClr val="A4A3A4"/>
          </p15:clr>
        </p15:guide>
        <p15:guide id="25" pos="6308">
          <p15:clr>
            <a:srgbClr val="A4A3A4"/>
          </p15:clr>
        </p15:guide>
        <p15:guide id="26" orient="horz" pos="924">
          <p15:clr>
            <a:srgbClr val="9FCC3B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18DD5-394A-4676-966A-43A5BAC6E0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8894" y="4822895"/>
            <a:ext cx="1795711" cy="92333"/>
          </a:xfrm>
        </p:spPr>
        <p:txBody>
          <a:bodyPr lIns="182880"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9517-6D70-91AD-1227-F9D6955CD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536199F-AFBB-90E6-3138-4F79DE02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69" y="273844"/>
            <a:ext cx="8272462" cy="41195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A3C67F-FC3C-9ADD-3C51-4224755478FF}"/>
              </a:ext>
            </a:extLst>
          </p:cNvPr>
          <p:cNvGrpSpPr/>
          <p:nvPr userDrawn="1"/>
        </p:nvGrpSpPr>
        <p:grpSpPr>
          <a:xfrm>
            <a:off x="7680960" y="4868076"/>
            <a:ext cx="1003459" cy="101799"/>
            <a:chOff x="4758054" y="3543300"/>
            <a:chExt cx="1337945" cy="135732"/>
          </a:xfrm>
        </p:grpSpPr>
        <p:pic>
          <p:nvPicPr>
            <p:cNvPr id="14" name="Picture 13" descr="Microsoft logo in transparent PNG and vectorized SVG formats">
              <a:extLst>
                <a:ext uri="{FF2B5EF4-FFF2-40B4-BE49-F238E27FC236}">
                  <a16:creationId xmlns:a16="http://schemas.microsoft.com/office/drawing/2014/main" id="{5332641F-D380-1EA9-ED70-67A2B3683F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6948" y="3560080"/>
              <a:ext cx="479051" cy="10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The Data and AI Company — Databricks">
              <a:extLst>
                <a:ext uri="{FF2B5EF4-FFF2-40B4-BE49-F238E27FC236}">
                  <a16:creationId xmlns:a16="http://schemas.microsoft.com/office/drawing/2014/main" id="{777F4F78-7791-D97C-DF75-5BFC3CFCA4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77" r="-577"/>
            <a:stretch/>
          </p:blipFill>
          <p:spPr bwMode="auto">
            <a:xfrm>
              <a:off x="4758054" y="3560080"/>
              <a:ext cx="655170" cy="10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5669201-E1D8-2439-5903-DC52DE3299AA}"/>
                </a:ext>
              </a:extLst>
            </p:cNvPr>
            <p:cNvSpPr/>
            <p:nvPr/>
          </p:nvSpPr>
          <p:spPr>
            <a:xfrm flipH="1">
              <a:off x="5510514" y="3543300"/>
              <a:ext cx="9144" cy="135732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542209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1" pos="5120">
          <p15:clr>
            <a:srgbClr val="A4A3A4"/>
          </p15:clr>
        </p15:guide>
        <p15:guide id="25" pos="6308">
          <p15:clr>
            <a:srgbClr val="A4A3A4"/>
          </p15:clr>
        </p15:guide>
        <p15:guide id="26" orient="horz" pos="924">
          <p15:clr>
            <a:srgbClr val="9FCC3B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8150" y="1727002"/>
            <a:ext cx="3733800" cy="92333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000" spc="-38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" y="2971800"/>
            <a:ext cx="3733800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38150" y="439341"/>
            <a:ext cx="1024830" cy="219456"/>
          </a:xfrm>
          <a:prstGeom prst="rect">
            <a:avLst/>
          </a:prstGeom>
        </p:spPr>
      </p:pic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ACADBD9B-A008-6CBE-AA16-EB366B2813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59390" y="439341"/>
            <a:ext cx="1279018" cy="21945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B53BB2-0304-FD5C-3EA6-E396E49D8175}"/>
              </a:ext>
            </a:extLst>
          </p:cNvPr>
          <p:cNvCxnSpPr/>
          <p:nvPr userDrawn="1"/>
        </p:nvCxnSpPr>
        <p:spPr>
          <a:xfrm>
            <a:off x="1555296" y="420972"/>
            <a:ext cx="0" cy="277075"/>
          </a:xfrm>
          <a:prstGeom prst="line">
            <a:avLst/>
          </a:prstGeom>
          <a:ln w="190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837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50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67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3" Type="http://schemas.openxmlformats.org/officeDocument/2006/relationships/slideLayout" Target="../slideLayouts/slideLayout65.xml"/><Relationship Id="rId58" Type="http://schemas.openxmlformats.org/officeDocument/2006/relationships/slideLayout" Target="../slideLayouts/slideLayout70.xml"/><Relationship Id="rId5" Type="http://schemas.openxmlformats.org/officeDocument/2006/relationships/slideLayout" Target="../slideLayouts/slideLayout17.xml"/><Relationship Id="rId61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56" Type="http://schemas.openxmlformats.org/officeDocument/2006/relationships/slideLayout" Target="../slideLayouts/slideLayout68.xm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66.xml"/><Relationship Id="rId6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57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slideLayout" Target="../slideLayouts/slideLayout64.xml"/><Relationship Id="rId6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410EA-F2A7-E37D-2FC3-45D1E7C901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2251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441197" y="380574"/>
            <a:ext cx="8263890" cy="415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438150" y="1076628"/>
            <a:ext cx="8263890" cy="1209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438912" cy="438912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9935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19456" cy="21945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99354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C3853-B766-4422-BD2B-65A999523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4640"/>
            <a:ext cx="30861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000000"/>
                </a:solidFill>
              </a:rPr>
              <a:t>Microsoft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66A86-D476-4B82-BD63-F20B61D61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2954" y="4904640"/>
            <a:ext cx="3031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pPr defTabSz="685800"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F73F49-3E71-C078-1548-620E3F48DA2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35525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  <p:sldLayoutId id="2147483714" r:id="rId51"/>
    <p:sldLayoutId id="2147483715" r:id="rId52"/>
    <p:sldLayoutId id="2147483716" r:id="rId53"/>
    <p:sldLayoutId id="2147483717" r:id="rId54"/>
    <p:sldLayoutId id="2147483718" r:id="rId55"/>
    <p:sldLayoutId id="2147483719" r:id="rId56"/>
    <p:sldLayoutId id="2147483720" r:id="rId57"/>
    <p:sldLayoutId id="2147483721" r:id="rId58"/>
    <p:sldLayoutId id="2147483722" r:id="rId59"/>
    <p:sldLayoutId id="2147483723" r:id="rId60"/>
    <p:sldLayoutId id="2147483724" r:id="rId61"/>
  </p:sldLayoutIdLst>
  <p:transition>
    <p:fade/>
  </p:transition>
  <p:hf hdr="0" dt="0"/>
  <p:txStyles>
    <p:titleStyle>
      <a:lvl1pPr algn="l" defTabSz="699557" rtl="0" eaLnBrk="1" latinLnBrk="0" hangingPunct="1">
        <a:lnSpc>
          <a:spcPct val="100000"/>
        </a:lnSpc>
        <a:spcBef>
          <a:spcPct val="0"/>
        </a:spcBef>
        <a:buNone/>
        <a:defRPr lang="en-US" sz="27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n-lt"/>
          <a:ea typeface="+mn-ea"/>
          <a:cs typeface="Segoe UI" pitchFamily="34" charset="0"/>
        </a:defRPr>
      </a:lvl1pPr>
    </p:titleStyle>
    <p:bodyStyle>
      <a:lvl1pPr marL="171450" marR="0" indent="-171450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1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342900" marR="0" indent="-171450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5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492919" marR="0" indent="-150019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632222" marR="0" indent="-135731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5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767954" marR="0" indent="-126206" algn="l" defTabSz="69955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5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1923780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73559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23337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73116" indent="-174890" algn="l" defTabSz="69955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9778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99557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49335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99113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48892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98670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48448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98227" algn="l" defTabSz="6995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pos="1464">
          <p15:clr>
            <a:srgbClr val="F26B43"/>
          </p15:clr>
        </p15:guide>
        <p15:guide id="32" pos="1536">
          <p15:clr>
            <a:srgbClr val="F26B43"/>
          </p15:clr>
        </p15:guide>
        <p15:guide id="33" pos="2640">
          <p15:clr>
            <a:srgbClr val="F26B43"/>
          </p15:clr>
        </p15:guide>
        <p15:guide id="34" pos="2712">
          <p15:clr>
            <a:srgbClr val="F26B43"/>
          </p15:clr>
        </p15:guide>
        <p15:guide id="35" pos="3792">
          <p15:clr>
            <a:srgbClr val="F26B43"/>
          </p15:clr>
        </p15:guide>
        <p15:guide id="36" pos="4968">
          <p15:clr>
            <a:srgbClr val="F26B43"/>
          </p15:clr>
        </p15:guide>
        <p15:guide id="37" pos="3864">
          <p15:clr>
            <a:srgbClr val="F26B43"/>
          </p15:clr>
        </p15:guide>
        <p15:guide id="38" pos="5040">
          <p15:clr>
            <a:srgbClr val="F26B43"/>
          </p15:clr>
        </p15:guide>
        <p15:guide id="39" pos="6144">
          <p15:clr>
            <a:srgbClr val="F26B43"/>
          </p15:clr>
        </p15:guide>
        <p15:guide id="40" pos="62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18/10/relationships/comments" Target="../comments/modernComment_102_0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image" Target="../media/image34.emf"/><Relationship Id="rId18" Type="http://schemas.openxmlformats.org/officeDocument/2006/relationships/image" Target="../media/image39.emf"/><Relationship Id="rId3" Type="http://schemas.openxmlformats.org/officeDocument/2006/relationships/image" Target="../media/image27.png"/><Relationship Id="rId21" Type="http://schemas.openxmlformats.org/officeDocument/2006/relationships/image" Target="../media/image42.emf"/><Relationship Id="rId7" Type="http://schemas.microsoft.com/office/2007/relationships/hdphoto" Target="../media/hdphoto2.wdp"/><Relationship Id="rId12" Type="http://schemas.openxmlformats.org/officeDocument/2006/relationships/image" Target="../media/image33.emf"/><Relationship Id="rId17" Type="http://schemas.openxmlformats.org/officeDocument/2006/relationships/image" Target="../media/image38.emf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7.emf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11" Type="http://schemas.openxmlformats.org/officeDocument/2006/relationships/image" Target="../media/image32.emf"/><Relationship Id="rId5" Type="http://schemas.openxmlformats.org/officeDocument/2006/relationships/image" Target="../media/image18.emf"/><Relationship Id="rId15" Type="http://schemas.openxmlformats.org/officeDocument/2006/relationships/image" Target="../media/image36.emf"/><Relationship Id="rId10" Type="http://schemas.openxmlformats.org/officeDocument/2006/relationships/image" Target="../media/image31.emf"/><Relationship Id="rId19" Type="http://schemas.openxmlformats.org/officeDocument/2006/relationships/image" Target="../media/image40.emf"/><Relationship Id="rId4" Type="http://schemas.microsoft.com/office/2007/relationships/hdphoto" Target="../media/hdphoto1.wdp"/><Relationship Id="rId9" Type="http://schemas.openxmlformats.org/officeDocument/2006/relationships/image" Target="../media/image30.emf"/><Relationship Id="rId1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21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atabricks.com/aws/en/genie/best-practices" TargetMode="External"/><Relationship Id="rId2" Type="http://schemas.openxmlformats.org/officeDocument/2006/relationships/hyperlink" Target="https://community.databricks.com/t5/technical-blog/enhancing-databricks-genie-with-advanced-ai-capabilities/ba-p/122152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atabricks/integrations/microsoft-foundr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</a:rPr>
              <a:t>FOUNDRY DATA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</a:rPr>
              <a:t>INTEGRATION SERIES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F4FB"/>
                </a:solidFill>
              </a:rPr>
              <a:t>Session 1 of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25603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June 22,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4114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Li Ma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Sr Cloud Solution Architect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Microsoft UK CSU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11887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Bring Databricks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Genie into Foundry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11880" y="3291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Connect Azure AI Foundry agents to your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Databricks data using the Genie MCP Server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41648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Azure Databricks Genie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693408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Microsoft Foundry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F8F2CAB-1681-ADA8-CA67-2A8E7C64B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96" y="4224528"/>
            <a:ext cx="320040" cy="3740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F966931-D60D-8695-1596-13D4D4642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576" y="4249820"/>
            <a:ext cx="327879" cy="3278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96C7"/>
                </a:solidFill>
              </a:rPr>
              <a:t>ABOUT THIS SERIES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Foundry Data Integration Series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56264" y="1371600"/>
            <a:ext cx="2185768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F4FB"/>
                </a:solidFill>
              </a:rPr>
              <a:t>June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737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CEFFF"/>
                </a:solidFill>
              </a:rPr>
              <a:t>TODAY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70453" y="1998550"/>
            <a:ext cx="2194560" cy="0"/>
          </a:xfrm>
          <a:prstGeom prst="line">
            <a:avLst/>
          </a:prstGeom>
          <a:noFill/>
          <a:ln w="9525">
            <a:solidFill>
              <a:srgbClr val="CCE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47472" y="2103120"/>
            <a:ext cx="2297254" cy="91440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Bring Databricks Genie into Foundry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3063240"/>
            <a:ext cx="2059276" cy="128016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EAF4FB"/>
                </a:solidFill>
              </a:rPr>
              <a:t>Connect Genie to Foundry agents via MCP Server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4959" y="1375119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2691150" y="1479218"/>
            <a:ext cx="2174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June 29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06748" y="1732437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NEXT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91150" y="2008397"/>
            <a:ext cx="2194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691150" y="2057400"/>
            <a:ext cx="2174396" cy="91440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Bring Fabric Data Agent into Foundry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27833" y="3063240"/>
            <a:ext cx="1419196" cy="1100797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Integrate Fabric Data Agent as a Foundry knowledge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7265" y="1374210"/>
            <a:ext cx="19366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02713" y="145682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July 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3938" y="1737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UPCOMING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82512" y="1993392"/>
            <a:ext cx="2194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194447" y="2174964"/>
            <a:ext cx="1827489" cy="72891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Fabric MCP + Power BI MCP into Foundry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8420" y="2952206"/>
            <a:ext cx="1424671" cy="1391194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Real-time data and BI access from within Foundry agents</a:t>
            </a:r>
            <a:endParaRPr lang="en-US" sz="100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34389F3A-556E-34FE-9355-2C858A903BA3}"/>
              </a:ext>
            </a:extLst>
          </p:cNvPr>
          <p:cNvSpPr/>
          <p:nvPr/>
        </p:nvSpPr>
        <p:spPr>
          <a:xfrm>
            <a:off x="7130312" y="1363330"/>
            <a:ext cx="19366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28FC589B-CB7A-FF18-AA98-492FE76F5193}"/>
              </a:ext>
            </a:extLst>
          </p:cNvPr>
          <p:cNvSpPr/>
          <p:nvPr/>
        </p:nvSpPr>
        <p:spPr>
          <a:xfrm>
            <a:off x="6755760" y="144594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July 13</a:t>
            </a:r>
            <a:endParaRPr lang="en-US" sz="10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465D34EA-C6A8-E895-57B8-4394B28A3ACB}"/>
              </a:ext>
            </a:extLst>
          </p:cNvPr>
          <p:cNvSpPr/>
          <p:nvPr/>
        </p:nvSpPr>
        <p:spPr>
          <a:xfrm>
            <a:off x="6756985" y="1726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94A3B8"/>
                </a:solidFill>
              </a:rPr>
              <a:t>UPCOMING</a:t>
            </a:r>
            <a:endParaRPr lang="en-US" sz="8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FB65AEF4-31D4-AEDC-4718-D8B056C77545}"/>
              </a:ext>
            </a:extLst>
          </p:cNvPr>
          <p:cNvSpPr/>
          <p:nvPr/>
        </p:nvSpPr>
        <p:spPr>
          <a:xfrm>
            <a:off x="7247494" y="2164084"/>
            <a:ext cx="1827489" cy="72891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Integrate Snowflake with Foundry</a:t>
            </a:r>
            <a:endParaRPr lang="en-US" sz="13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0C4C8BCB-3111-F7F7-8833-97F2D3727D69}"/>
              </a:ext>
            </a:extLst>
          </p:cNvPr>
          <p:cNvSpPr/>
          <p:nvPr/>
        </p:nvSpPr>
        <p:spPr>
          <a:xfrm>
            <a:off x="7401467" y="2941326"/>
            <a:ext cx="1424671" cy="1391194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Securely retrieve data from Snowflake with Foundry agents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96C7"/>
                </a:solidFill>
              </a:rPr>
              <a:t>PLATFORM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What is Databricks Genie?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47472" y="14173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58191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1832" y="15819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Natural Language Analytics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4632" y="201168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Genie lets users ask questions about their data in plain English — no SQL required. It translates queries into Databricks SQL automatically.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45152" y="14173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158191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39512" y="15819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Genie Spaces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82312" y="201168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Curated, governed environments that expose specific tables, metrics, and business context to the Genie AI. Set once, query anywhere.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47472" y="310896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273552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41832" y="3273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Unity Catalog Governed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84632" y="370332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All data access is controlled through Unity Catalog — row-level security, column masking, and audit logging apply automatically.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645152" y="310896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273552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39512" y="3273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Genie MCP Server (new)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782312" y="370332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 Model Context Protocol server that exposes Genie Spaces as tools — enabling external AI agents (like Foundry) to query your Databricks data.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28427C4-E92B-9001-6BBC-10CA09AB08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0029" y="402336"/>
            <a:ext cx="787043" cy="91992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96C7"/>
                </a:solidFill>
              </a:rPr>
              <a:t>PLATFORM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What is Microsoft Foundry?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47472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Microsoft Foundry (Azure AI Foundry) is the unified platform for building, orchestrating, and governing AI agents at enterprise scale.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7472" y="2267712"/>
            <a:ext cx="3977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1800+ model catalogue (OpenAI, Meta, Mistral, Databricks DBRX…)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Visual agent builder with multi-step tool orchestration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Built-in evaluation, safety, and observability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MCP-native: connect any data tool as an agent skill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Governed deployment with Azure RBAC, Purview, and Private Link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325880"/>
            <a:ext cx="2057400" cy="15544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572000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Catalogue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2240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8F0"/>
                </a:solidFill>
              </a:rPr>
              <a:t>1800+ models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84848" y="1325880"/>
            <a:ext cx="2057400" cy="15544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784848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Builder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84848" y="2240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8F0"/>
                </a:solidFill>
              </a:rPr>
              <a:t>Visual + code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3108960"/>
            <a:ext cx="2057400" cy="1554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572000" y="3566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MCP Tools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8F0"/>
                </a:solidFill>
              </a:rPr>
              <a:t>Any data source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84848" y="3108960"/>
            <a:ext cx="2057400" cy="155448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784848" y="3566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Observability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8484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8F0"/>
                </a:solidFill>
              </a:rPr>
              <a:t>Built-in eval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FAF6C18-D97E-9C2F-2FDF-A387470C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995" y="492944"/>
            <a:ext cx="420256" cy="420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WHY INTEGRATE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3891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Better together: Databricks Genie + Microsoft Foundry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2743200" cy="3520440"/>
          </a:xfrm>
          <a:prstGeom prst="rect">
            <a:avLst/>
          </a:prstGeom>
          <a:solidFill>
            <a:srgbClr val="0E2340"/>
          </a:solidFill>
          <a:ln w="12700">
            <a:solidFill>
              <a:srgbClr val="1C3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47472" y="2011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Databricks alone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" y="2423160"/>
            <a:ext cx="2194560" cy="0"/>
          </a:xfrm>
          <a:prstGeom prst="line">
            <a:avLst/>
          </a:prstGeom>
          <a:noFill/>
          <a:ln w="9525">
            <a:solidFill>
              <a:srgbClr val="1C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84632" y="25603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</a:rPr>
              <a:t>Great lakehouse &amp; ML platform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</a:rPr>
              <a:t>Genie answers data questions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</a:rPr>
              <a:t>Data platform, not an AI/agent platform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27832" y="1325880"/>
            <a:ext cx="2743200" cy="3520440"/>
          </a:xfrm>
          <a:prstGeom prst="rect">
            <a:avLst/>
          </a:prstGeom>
          <a:solidFill>
            <a:srgbClr val="0E2340"/>
          </a:solidFill>
          <a:ln w="12700">
            <a:solidFill>
              <a:srgbClr val="1C3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3227832" y="2011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Foundry alone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502152" y="2423160"/>
            <a:ext cx="2194560" cy="0"/>
          </a:xfrm>
          <a:prstGeom prst="line">
            <a:avLst/>
          </a:prstGeom>
          <a:noFill/>
          <a:ln w="9525">
            <a:solidFill>
              <a:srgbClr val="1C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3364992" y="25603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</a:rPr>
              <a:t>Powerful agent orchestration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</a:rPr>
              <a:t>Multi-model, multi-tool AI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</a:rPr>
              <a:t>Needs a data intelligence layer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08192" y="1325880"/>
            <a:ext cx="2743200" cy="3520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4630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08192" y="2011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152B"/>
                </a:solidFill>
              </a:rPr>
              <a:t>Together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82512" y="2423160"/>
            <a:ext cx="2194560" cy="0"/>
          </a:xfrm>
          <a:prstGeom prst="line">
            <a:avLst/>
          </a:prstGeom>
          <a:noFill/>
          <a:ln w="9525">
            <a:solidFill>
              <a:srgbClr val="0915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6245352" y="25603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9152B"/>
                </a:solidFill>
              </a:rPr>
              <a:t>Foundry agents query live Databricks data naturally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9152B"/>
                </a:solidFill>
              </a:rPr>
              <a:t>No data movement — governed by Unity Catalog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9152B"/>
                </a:solidFill>
              </a:rPr>
              <a:t>Full enterprise AI with real data intelligence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FED902-3E78-3498-589F-AF84537F6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234" y="1448874"/>
            <a:ext cx="485531" cy="4855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30ACDDE-4215-4FE8-29E4-03A73A8E7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977" y="1460069"/>
            <a:ext cx="443183" cy="5180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9FC58-A39B-2209-780D-02FAA62EB9F7}"/>
              </a:ext>
            </a:extLst>
          </p:cNvPr>
          <p:cNvSpPr txBox="1"/>
          <p:nvPr/>
        </p:nvSpPr>
        <p:spPr>
          <a:xfrm>
            <a:off x="985157" y="1872343"/>
            <a:ext cx="7565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Use case 1: Use Genie to run natural language analytics</a:t>
            </a:r>
          </a:p>
        </p:txBody>
      </p:sp>
    </p:spTree>
    <p:extLst>
      <p:ext uri="{BB962C8B-B14F-4D97-AF65-F5344CB8AC3E}">
        <p14:creationId xmlns:p14="http://schemas.microsoft.com/office/powerpoint/2010/main" val="1041443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>
          <a:extLst>
            <a:ext uri="{FF2B5EF4-FFF2-40B4-BE49-F238E27FC236}">
              <a16:creationId xmlns:a16="http://schemas.microsoft.com/office/drawing/2014/main" id="{A4C816C5-EF78-9FFE-2A29-A28DBC8B2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ADECBD6-832F-2ABC-D1A6-EE9FC1BC8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14423" y="0"/>
            <a:ext cx="2429578" cy="5156926"/>
            <a:chOff x="8914660" y="-8951"/>
            <a:chExt cx="3239437" cy="6875901"/>
          </a:xfrm>
        </p:grpSpPr>
        <p:pic>
          <p:nvPicPr>
            <p:cNvPr id="16" name="Picture 15" descr="A colorful curved line on a white background&#10;&#10;Description automatically generated">
              <a:extLst>
                <a:ext uri="{FF2B5EF4-FFF2-40B4-BE49-F238E27FC236}">
                  <a16:creationId xmlns:a16="http://schemas.microsoft.com/office/drawing/2014/main" id="{5B264D00-EB6D-4744-4724-6DA4B8E97D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4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 flipH="1">
              <a:off x="7179061" y="1882965"/>
              <a:ext cx="6866951" cy="308312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AAF1605-7CA8-BF22-8A58-F76E79104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8914660" y="0"/>
              <a:ext cx="1856469" cy="6866950"/>
            </a:xfrm>
            <a:prstGeom prst="rect">
              <a:avLst/>
            </a:prstGeom>
            <a:gradFill flip="none" rotWithShape="1">
              <a:gsLst>
                <a:gs pos="100000">
                  <a:srgbClr val="F4F3F5">
                    <a:alpha val="0"/>
                  </a:srgbClr>
                </a:gs>
                <a:gs pos="0">
                  <a:srgbClr val="F4F3F5"/>
                </a:gs>
              </a:gsLst>
              <a:lin ang="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defTabSz="69935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>
                <a:solidFill>
                  <a:srgbClr val="FFFFFF"/>
                </a:solidFill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ADF968C9-C7D3-B20F-351C-AA650325A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014645" y="472174"/>
            <a:ext cx="4989909" cy="4297289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defTabSz="699354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500">
              <a:solidFill>
                <a:srgbClr val="FFFFFF"/>
              </a:solidFill>
              <a:latin typeface="Aptos" panose="02110004020202020204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8" name="Group 17" descr="Microsoft Databricks">
            <a:extLst>
              <a:ext uri="{FF2B5EF4-FFF2-40B4-BE49-F238E27FC236}">
                <a16:creationId xmlns:a16="http://schemas.microsoft.com/office/drawing/2014/main" id="{D4B1362C-843F-BC32-8C25-4362001912F5}"/>
              </a:ext>
            </a:extLst>
          </p:cNvPr>
          <p:cNvGrpSpPr/>
          <p:nvPr/>
        </p:nvGrpSpPr>
        <p:grpSpPr>
          <a:xfrm>
            <a:off x="7770979" y="4885903"/>
            <a:ext cx="1144421" cy="115004"/>
            <a:chOff x="825171" y="6519638"/>
            <a:chExt cx="1525895" cy="153338"/>
          </a:xfrm>
        </p:grpSpPr>
        <p:pic>
          <p:nvPicPr>
            <p:cNvPr id="19" name="MS logo gray - EMF" descr="Microsoft logo, gray text version">
              <a:extLst>
                <a:ext uri="{FF2B5EF4-FFF2-40B4-BE49-F238E27FC236}">
                  <a16:creationId xmlns:a16="http://schemas.microsoft.com/office/drawing/2014/main" id="{DD764F27-723C-4BCB-68CC-87B20217D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lum bright="-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black">
            <a:xfrm>
              <a:off x="825171" y="6537549"/>
              <a:ext cx="548640" cy="117516"/>
            </a:xfrm>
            <a:prstGeom prst="rect">
              <a:avLst/>
            </a:prstGeom>
          </p:spPr>
        </p:pic>
        <p:pic>
          <p:nvPicPr>
            <p:cNvPr id="20" name="Google Shape;365;p8">
              <a:extLst>
                <a:ext uri="{FF2B5EF4-FFF2-40B4-BE49-F238E27FC236}">
                  <a16:creationId xmlns:a16="http://schemas.microsoft.com/office/drawing/2014/main" id="{018347E9-B538-8588-85DB-DCD7B6555146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710986" y="6542791"/>
              <a:ext cx="640080" cy="984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3398DF7-EAD2-A2BA-1D06-23B53ED7852F}"/>
                </a:ext>
              </a:extLst>
            </p:cNvPr>
            <p:cNvCxnSpPr>
              <a:cxnSpLocks/>
            </p:cNvCxnSpPr>
            <p:nvPr/>
          </p:nvCxnSpPr>
          <p:spPr>
            <a:xfrm>
              <a:off x="1542398" y="6519638"/>
              <a:ext cx="0" cy="153338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BB2D8D35-318D-E99A-09D3-42D9C4B316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07149" y="947167"/>
            <a:ext cx="3359834" cy="124649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n-US" sz="2100" dirty="0">
                <a:ln>
                  <a:noFill/>
                </a:ln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Intelligence with Azure Databricks in AI Foundry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80A486-9A27-B770-BC7C-620C1FAB5279}"/>
              </a:ext>
            </a:extLst>
          </p:cNvPr>
          <p:cNvSpPr txBox="1">
            <a:spLocks/>
          </p:cNvSpPr>
          <p:nvPr/>
        </p:nvSpPr>
        <p:spPr>
          <a:xfrm>
            <a:off x="210122" y="1990664"/>
            <a:ext cx="3614067" cy="291306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endParaRPr lang="en-CA" b="1">
              <a:solidFill>
                <a:prstClr val="black">
                  <a:tint val="82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CA" b="1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Native Integration: </a:t>
            </a:r>
            <a:r>
              <a:rPr lang="en-CA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Connect to Azure Databricks AI/BI Genie from Azure AI Foundry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CA" b="1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Contextual Answers</a:t>
            </a:r>
            <a:r>
              <a:rPr lang="en-CA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: Genie agents provide answers grounded in your unique data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CA" b="1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Supports Various LLMs</a:t>
            </a:r>
            <a:r>
              <a:rPr lang="en-CA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: Secure, authenticated data access.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CA" b="1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Streamlined Process</a:t>
            </a:r>
            <a:r>
              <a:rPr lang="en-CA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: Real-time data insights within GenAI apps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CA" b="1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Seamless Integration</a:t>
            </a:r>
            <a:r>
              <a:rPr lang="en-CA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: Simplifies AI agent management with data governance.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CA" b="1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Multi-Agent workflows</a:t>
            </a:r>
            <a:r>
              <a:rPr lang="en-CA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: Leverages Azure AI agents and Genie Spaces for faster insights.</a:t>
            </a:r>
          </a:p>
          <a:p>
            <a:pPr marL="257175" indent="-257175" defTabSz="685800">
              <a:buFont typeface="Arial" panose="020B0604020202020204" pitchFamily="34" charset="0"/>
              <a:buChar char="•"/>
              <a:defRPr/>
            </a:pPr>
            <a:r>
              <a:rPr lang="en-CA" b="1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Enhanced Collaboration</a:t>
            </a:r>
            <a:r>
              <a:rPr lang="en-CA">
                <a:solidFill>
                  <a:prstClr val="black">
                    <a:tint val="82000"/>
                  </a:prstClr>
                </a:solidFill>
                <a:latin typeface="Segoe UI"/>
                <a:cs typeface="Segoe UI"/>
              </a:rPr>
              <a:t>: Boosts productivity between business and technical users.</a:t>
            </a:r>
            <a:endParaRPr lang="en-US">
              <a:solidFill>
                <a:prstClr val="black">
                  <a:tint val="82000"/>
                </a:prstClr>
              </a:solidFill>
              <a:latin typeface="Segoe UI"/>
              <a:cs typeface="Segoe UI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A5EC1D5-F28A-A030-6903-6E7B33128E06}"/>
              </a:ext>
            </a:extLst>
          </p:cNvPr>
          <p:cNvSpPr txBox="1">
            <a:spLocks/>
          </p:cNvSpPr>
          <p:nvPr/>
        </p:nvSpPr>
        <p:spPr>
          <a:xfrm>
            <a:off x="525059" y="650914"/>
            <a:ext cx="3088038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657076"/>
                </a:solidFill>
                <a:latin typeface="Segoe UI Variable Text" pitchFamily="2" charset="0"/>
                <a:ea typeface="+mn-ea"/>
                <a:cs typeface="Segoe UI" panose="020B0502040204020203" pitchFamily="34" charset="0"/>
              </a:defRPr>
            </a:lvl1pPr>
            <a:lvl2pPr marL="2286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000" kern="1200" spc="0" baseline="0">
                <a:solidFill>
                  <a:schemeClr val="tx1"/>
                </a:solidFill>
                <a:latin typeface="Segoe UI Variable Text" pitchFamily="2" charset="0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Segoe UI Variable Text" pitchFamily="2" charset="0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Segoe UI Variable Text" pitchFamily="2" charset="0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Segoe UI Variable Text" pitchFamily="2" charset="0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99557">
              <a:defRPr/>
            </a:pPr>
            <a:r>
              <a:rPr lang="en-CA" sz="1050">
                <a:latin typeface="Segoe UI Variable Display Semib" pitchFamily="2" charset="0"/>
              </a:rPr>
              <a:t>Azure AI Foundry  - Azure Databricks connection</a:t>
            </a:r>
          </a:p>
        </p:txBody>
      </p:sp>
      <p:sp>
        <p:nvSpPr>
          <p:cNvPr id="10" name="Rounded Rectangle 51">
            <a:extLst>
              <a:ext uri="{FF2B5EF4-FFF2-40B4-BE49-F238E27FC236}">
                <a16:creationId xmlns:a16="http://schemas.microsoft.com/office/drawing/2014/main" id="{91AD3377-08D2-3B2A-3AA6-DE3673375976}"/>
              </a:ext>
            </a:extLst>
          </p:cNvPr>
          <p:cNvSpPr/>
          <p:nvPr/>
        </p:nvSpPr>
        <p:spPr bwMode="auto">
          <a:xfrm>
            <a:off x="431488" y="231829"/>
            <a:ext cx="1823776" cy="37003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0000">
                <a:schemeClr val="accent1"/>
              </a:gs>
              <a:gs pos="99000">
                <a:srgbClr val="49C5B1"/>
              </a:gs>
              <a:gs pos="0">
                <a:srgbClr val="8661C5"/>
              </a:gs>
            </a:gsLst>
            <a:path path="circle">
              <a:fillToRect l="100000" t="100000"/>
            </a:path>
            <a:tileRect r="-100000" b="-100000"/>
          </a:gradFill>
          <a:ln w="5238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775">
              <a:defRPr/>
            </a:pPr>
            <a:r>
              <a:rPr lang="en-US" sz="135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Public Preview</a:t>
            </a:r>
          </a:p>
        </p:txBody>
      </p:sp>
      <p:sp>
        <p:nvSpPr>
          <p:cNvPr id="11" name="Rectangle: Rounded Corners 87">
            <a:extLst>
              <a:ext uri="{FF2B5EF4-FFF2-40B4-BE49-F238E27FC236}">
                <a16:creationId xmlns:a16="http://schemas.microsoft.com/office/drawing/2014/main" id="{924DF1FA-F91B-4909-F852-408F5473F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066955" y="541186"/>
            <a:ext cx="4840468" cy="4141712"/>
          </a:xfrm>
          <a:prstGeom prst="roundRect">
            <a:avLst>
              <a:gd name="adj" fmla="val 3838"/>
            </a:avLst>
          </a:prstGeom>
          <a:noFill/>
          <a:ln w="12700" cap="rnd">
            <a:solidFill>
              <a:srgbClr val="767270">
                <a:alpha val="5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1976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8753">
              <a:spcBef>
                <a:spcPts val="131"/>
              </a:spcBef>
              <a:defRPr/>
            </a:pPr>
            <a:endParaRPr lang="en-US"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latin typeface="Segoe UI"/>
              <a:cs typeface="Segoe UI" panose="020B0502040204020203" pitchFamily="34" charset="0"/>
            </a:endParaRPr>
          </a:p>
        </p:txBody>
      </p:sp>
      <p:cxnSp>
        <p:nvCxnSpPr>
          <p:cNvPr id="12" name="Straight Connector 11" descr="Arrow leading to">
            <a:extLst>
              <a:ext uri="{FF2B5EF4-FFF2-40B4-BE49-F238E27FC236}">
                <a16:creationId xmlns:a16="http://schemas.microsoft.com/office/drawing/2014/main" id="{3AD7FC06-6EBD-EF37-E3A5-A0A2BB3757C5}"/>
              </a:ext>
            </a:extLst>
          </p:cNvPr>
          <p:cNvCxnSpPr>
            <a:cxnSpLocks/>
          </p:cNvCxnSpPr>
          <p:nvPr/>
        </p:nvCxnSpPr>
        <p:spPr>
          <a:xfrm flipV="1">
            <a:off x="9796796" y="1343125"/>
            <a:ext cx="0" cy="206331"/>
          </a:xfrm>
          <a:prstGeom prst="line">
            <a:avLst/>
          </a:prstGeom>
          <a:ln w="1270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B7ABED-BA23-B854-A8EE-E5503053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2921" y="2029361"/>
            <a:ext cx="1565188" cy="15641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none" lIns="137160" tIns="27432" rIns="137160" bIns="54864" rtlCol="0" anchor="ctr" anchorCtr="0">
            <a:noAutofit/>
          </a:bodyPr>
          <a:lstStyle/>
          <a:p>
            <a:pPr algn="ctr" defTabSz="685828" fontAlgn="base">
              <a:lnSpc>
                <a:spcPts val="900"/>
              </a:lnSpc>
              <a:spcBef>
                <a:spcPts val="450"/>
              </a:spcBef>
              <a:spcAft>
                <a:spcPct val="0"/>
              </a:spcAft>
              <a:tabLst>
                <a:tab pos="1115369" algn="l"/>
              </a:tabLst>
              <a:defRPr/>
            </a:pPr>
            <a:endParaRPr lang="en-US" sz="750">
              <a:ln w="3175">
                <a:noFill/>
              </a:ln>
              <a:gradFill>
                <a:gsLst>
                  <a:gs pos="2752">
                    <a:srgbClr val="000000"/>
                  </a:gs>
                  <a:gs pos="60000">
                    <a:srgbClr val="000000"/>
                  </a:gs>
                </a:gsLst>
                <a:path path="circle">
                  <a:fillToRect l="100000" b="100000"/>
                </a:path>
              </a:gradFill>
              <a:latin typeface="Segoe UI Variable Display Semib" pitchFamily="2" charset="0"/>
              <a:cs typeface="Segoe UI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96EF04-ED9C-DA81-151D-7C0063267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779" y="2018558"/>
            <a:ext cx="1464216" cy="15686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none" lIns="137160" tIns="27432" rIns="137160" bIns="54864" rtlCol="0" anchor="ctr" anchorCtr="0">
            <a:noAutofit/>
          </a:bodyPr>
          <a:lstStyle/>
          <a:p>
            <a:pPr algn="ctr" defTabSz="685828" fontAlgn="base">
              <a:lnSpc>
                <a:spcPts val="900"/>
              </a:lnSpc>
              <a:spcBef>
                <a:spcPts val="450"/>
              </a:spcBef>
              <a:spcAft>
                <a:spcPct val="0"/>
              </a:spcAft>
              <a:tabLst>
                <a:tab pos="1115369" algn="l"/>
              </a:tabLst>
              <a:defRPr/>
            </a:pPr>
            <a:endParaRPr lang="en-US" sz="750">
              <a:ln w="3175">
                <a:noFill/>
              </a:ln>
              <a:gradFill>
                <a:gsLst>
                  <a:gs pos="2752">
                    <a:srgbClr val="000000"/>
                  </a:gs>
                  <a:gs pos="60000">
                    <a:srgbClr val="000000"/>
                  </a:gs>
                </a:gsLst>
                <a:path path="circle">
                  <a:fillToRect l="100000" b="100000"/>
                </a:path>
              </a:gradFill>
              <a:latin typeface="Segoe UI Variable Display Semib" pitchFamily="2" charset="0"/>
              <a:cs typeface="Segoe UI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333DBD-860D-3601-555B-7D0BC28008E1}"/>
              </a:ext>
            </a:extLst>
          </p:cNvPr>
          <p:cNvSpPr/>
          <p:nvPr/>
        </p:nvSpPr>
        <p:spPr>
          <a:xfrm>
            <a:off x="5077184" y="631395"/>
            <a:ext cx="817715" cy="418338"/>
          </a:xfrm>
          <a:prstGeom prst="roundRect">
            <a:avLst/>
          </a:prstGeom>
          <a:gradFill flip="none" rotWithShape="1">
            <a:gsLst>
              <a:gs pos="0">
                <a:srgbClr val="73391D">
                  <a:alpha val="5000"/>
                </a:srgbClr>
              </a:gs>
              <a:gs pos="80000">
                <a:srgbClr val="454142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r>
              <a:rPr lang="en-US" sz="1050" b="1">
                <a:solidFill>
                  <a:srgbClr val="000000"/>
                </a:solidFill>
                <a:latin typeface="Segoe UI Variable Display Semib" pitchFamily="2" charset="0"/>
              </a:rPr>
              <a:t>User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B86671-FC8C-0926-EABC-9E1B2A050A8C}"/>
              </a:ext>
            </a:extLst>
          </p:cNvPr>
          <p:cNvSpPr/>
          <p:nvPr/>
        </p:nvSpPr>
        <p:spPr>
          <a:xfrm>
            <a:off x="4603784" y="4084421"/>
            <a:ext cx="1110996" cy="418338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73391D">
                  <a:alpha val="5000"/>
                </a:srgbClr>
              </a:gs>
              <a:gs pos="70000">
                <a:srgbClr val="454142">
                  <a:alpha val="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2225" cap="rnd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534613" fontAlgn="base">
              <a:spcBef>
                <a:spcPts val="1125"/>
              </a:spcBef>
              <a:spcAft>
                <a:spcPct val="0"/>
              </a:spcAft>
              <a:defRPr/>
            </a:pPr>
            <a:r>
              <a:rPr lang="en-US" sz="1050" b="1"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</a:rPr>
              <a:t>AI Developer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9A5471D-1EB5-C205-1DAE-B51D362CA668}"/>
              </a:ext>
            </a:extLst>
          </p:cNvPr>
          <p:cNvSpPr/>
          <p:nvPr/>
        </p:nvSpPr>
        <p:spPr>
          <a:xfrm>
            <a:off x="7348663" y="4084421"/>
            <a:ext cx="1110996" cy="418338"/>
          </a:xfrm>
          <a:prstGeom prst="roundRect">
            <a:avLst>
              <a:gd name="adj" fmla="val 13521"/>
            </a:avLst>
          </a:prstGeom>
          <a:gradFill flip="none" rotWithShape="1">
            <a:gsLst>
              <a:gs pos="0">
                <a:srgbClr val="73391D">
                  <a:alpha val="5000"/>
                </a:srgbClr>
              </a:gs>
              <a:gs pos="70000">
                <a:srgbClr val="454142">
                  <a:alpha val="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b="1"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</a:rPr>
              <a:t>Data/ML Engineers</a:t>
            </a:r>
          </a:p>
        </p:txBody>
      </p:sp>
      <p:cxnSp>
        <p:nvCxnSpPr>
          <p:cNvPr id="25" name="Straight Connector 24" descr="Arrow leading to">
            <a:extLst>
              <a:ext uri="{FF2B5EF4-FFF2-40B4-BE49-F238E27FC236}">
                <a16:creationId xmlns:a16="http://schemas.microsoft.com/office/drawing/2014/main" id="{93FFAE1D-0E63-4137-4251-08CA22BD8C56}"/>
              </a:ext>
            </a:extLst>
          </p:cNvPr>
          <p:cNvCxnSpPr>
            <a:cxnSpLocks/>
          </p:cNvCxnSpPr>
          <p:nvPr/>
        </p:nvCxnSpPr>
        <p:spPr>
          <a:xfrm flipV="1">
            <a:off x="5528990" y="1012560"/>
            <a:ext cx="0" cy="232936"/>
          </a:xfrm>
          <a:prstGeom prst="line">
            <a:avLst/>
          </a:prstGeom>
          <a:ln w="1270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 descr="Entra ID">
            <a:extLst>
              <a:ext uri="{FF2B5EF4-FFF2-40B4-BE49-F238E27FC236}">
                <a16:creationId xmlns:a16="http://schemas.microsoft.com/office/drawing/2014/main" id="{9D72F16A-CA71-3981-3E67-D1636EBE9396}"/>
              </a:ext>
            </a:extLst>
          </p:cNvPr>
          <p:cNvGrpSpPr/>
          <p:nvPr/>
        </p:nvGrpSpPr>
        <p:grpSpPr>
          <a:xfrm>
            <a:off x="6257004" y="1778386"/>
            <a:ext cx="527709" cy="573742"/>
            <a:chOff x="6803596" y="871405"/>
            <a:chExt cx="998589" cy="96122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F35E6B4-1F00-FA9E-DD63-FFB45BE73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06863" y="871405"/>
              <a:ext cx="792055" cy="726827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B14455-D20C-CBE4-95AF-54B0FDCED00F}"/>
                </a:ext>
              </a:extLst>
            </p:cNvPr>
            <p:cNvSpPr txBox="1"/>
            <p:nvPr/>
          </p:nvSpPr>
          <p:spPr>
            <a:xfrm>
              <a:off x="6803596" y="1484575"/>
              <a:ext cx="998589" cy="348054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algn="ctr" defTabSz="685800">
                <a:defRPr/>
              </a:pPr>
              <a:r>
                <a:rPr lang="en-US" sz="750">
                  <a:ln w="3175">
                    <a:noFill/>
                  </a:ln>
                  <a:gradFill>
                    <a:gsLst>
                      <a:gs pos="2752">
                        <a:srgbClr val="000000"/>
                      </a:gs>
                      <a:gs pos="60000">
                        <a:srgbClr val="000000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rPr>
                <a:t>Entra ID</a:t>
              </a:r>
              <a:endParaRPr lang="en-US" sz="750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p:cxnSp>
        <p:nvCxnSpPr>
          <p:cNvPr id="29" name="Connector: Elbow 64">
            <a:extLst>
              <a:ext uri="{FF2B5EF4-FFF2-40B4-BE49-F238E27FC236}">
                <a16:creationId xmlns:a16="http://schemas.microsoft.com/office/drawing/2014/main" id="{F70F2AB5-0F7D-FD06-C266-7696C0F8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751674" y="2427488"/>
            <a:ext cx="1616144" cy="0"/>
          </a:xfrm>
          <a:prstGeom prst="straightConnector1">
            <a:avLst/>
          </a:prstGeom>
          <a:ln w="41275" cap="rnd">
            <a:solidFill>
              <a:schemeClr val="tx1"/>
            </a:solidFill>
            <a:headEnd type="stealth" w="lg" len="med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 descr="Azure Databricks Unity Catalog">
            <a:extLst>
              <a:ext uri="{FF2B5EF4-FFF2-40B4-BE49-F238E27FC236}">
                <a16:creationId xmlns:a16="http://schemas.microsoft.com/office/drawing/2014/main" id="{ECBC9178-E8EA-9A1B-E090-9D4DC42E99A1}"/>
              </a:ext>
            </a:extLst>
          </p:cNvPr>
          <p:cNvGrpSpPr/>
          <p:nvPr/>
        </p:nvGrpSpPr>
        <p:grpSpPr>
          <a:xfrm>
            <a:off x="6118930" y="2667822"/>
            <a:ext cx="761252" cy="976620"/>
            <a:chOff x="9089363" y="1685533"/>
            <a:chExt cx="1015003" cy="130216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B5C964E-27C7-49F2-789D-30C716AA5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60450" y="1685533"/>
              <a:ext cx="711200" cy="7239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EDF577-1C25-361D-25BC-7B402D85B16D}"/>
                </a:ext>
              </a:extLst>
            </p:cNvPr>
            <p:cNvSpPr txBox="1"/>
            <p:nvPr/>
          </p:nvSpPr>
          <p:spPr>
            <a:xfrm>
              <a:off x="9089363" y="2249029"/>
              <a:ext cx="1015003" cy="738664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pPr algn="ctr" defTabSz="685800">
                <a:defRPr/>
              </a:pPr>
              <a:r>
                <a:rPr lang="en-US" sz="750">
                  <a:ln w="3175">
                    <a:noFill/>
                  </a:ln>
                  <a:gradFill>
                    <a:gsLst>
                      <a:gs pos="2752">
                        <a:srgbClr val="000000"/>
                      </a:gs>
                      <a:gs pos="60000">
                        <a:srgbClr val="000000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rPr>
                <a:t>Azure Databricks Unity Catalog</a:t>
              </a:r>
              <a:endParaRPr lang="en-US" sz="750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p:grpSp>
        <p:nvGrpSpPr>
          <p:cNvPr id="33" name="Group 32" descr="Microsoft Purview">
            <a:extLst>
              <a:ext uri="{FF2B5EF4-FFF2-40B4-BE49-F238E27FC236}">
                <a16:creationId xmlns:a16="http://schemas.microsoft.com/office/drawing/2014/main" id="{828D0044-E6CD-B39A-A00F-DD2791CAFD02}"/>
              </a:ext>
            </a:extLst>
          </p:cNvPr>
          <p:cNvGrpSpPr/>
          <p:nvPr/>
        </p:nvGrpSpPr>
        <p:grpSpPr>
          <a:xfrm>
            <a:off x="6041847" y="3660402"/>
            <a:ext cx="979755" cy="498918"/>
            <a:chOff x="7934114" y="2178094"/>
            <a:chExt cx="1306340" cy="665223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67D451E-CCAA-7023-D96F-04D5BDA97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242599" y="2178094"/>
              <a:ext cx="660400" cy="42545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60E88E9-9CDA-E977-B9DF-6FC55134B1B9}"/>
                </a:ext>
              </a:extLst>
            </p:cNvPr>
            <p:cNvSpPr txBox="1"/>
            <p:nvPr/>
          </p:nvSpPr>
          <p:spPr>
            <a:xfrm>
              <a:off x="7934114" y="2566318"/>
              <a:ext cx="1306340" cy="276999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algn="ctr" defTabSz="685800">
                <a:defRPr/>
              </a:pPr>
              <a:r>
                <a:rPr lang="en-US" sz="750">
                  <a:ln w="3175">
                    <a:noFill/>
                  </a:ln>
                  <a:gradFill>
                    <a:gsLst>
                      <a:gs pos="2752">
                        <a:srgbClr val="000000"/>
                      </a:gs>
                      <a:gs pos="60000">
                        <a:srgbClr val="000000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rPr>
                <a:t>Microsoft Purview</a:t>
              </a:r>
              <a:endParaRPr lang="en-US" sz="750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p:grpSp>
        <p:nvGrpSpPr>
          <p:cNvPr id="1434" name="Group 1433" descr="Azure AI Foundry">
            <a:extLst>
              <a:ext uri="{FF2B5EF4-FFF2-40B4-BE49-F238E27FC236}">
                <a16:creationId xmlns:a16="http://schemas.microsoft.com/office/drawing/2014/main" id="{95B81874-9E85-7ABC-E63A-2060CDAB832C}"/>
              </a:ext>
            </a:extLst>
          </p:cNvPr>
          <p:cNvGrpSpPr/>
          <p:nvPr/>
        </p:nvGrpSpPr>
        <p:grpSpPr>
          <a:xfrm>
            <a:off x="4144901" y="1538008"/>
            <a:ext cx="930063" cy="856646"/>
            <a:chOff x="5517840" y="1820283"/>
            <a:chExt cx="1240085" cy="1142194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FDB5DD0-2E10-35DF-5228-03D54EA7ECDA}"/>
                </a:ext>
              </a:extLst>
            </p:cNvPr>
            <p:cNvSpPr/>
            <p:nvPr/>
          </p:nvSpPr>
          <p:spPr>
            <a:xfrm>
              <a:off x="5607309" y="1820283"/>
              <a:ext cx="1061147" cy="114219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137160" tIns="27432" rIns="137160" bIns="54864" rtlCol="0" anchor="ctr" anchorCtr="0">
              <a:noAutofit/>
            </a:bodyPr>
            <a:lstStyle/>
            <a:p>
              <a:pPr algn="ctr" defTabSz="685828" fontAlgn="base">
                <a:lnSpc>
                  <a:spcPts val="900"/>
                </a:lnSpc>
                <a:spcBef>
                  <a:spcPts val="450"/>
                </a:spcBef>
                <a:spcAft>
                  <a:spcPct val="0"/>
                </a:spcAft>
                <a:tabLst>
                  <a:tab pos="1115369" algn="l"/>
                </a:tabLst>
                <a:defRPr/>
              </a:pPr>
              <a:endParaRPr lang="en-US" sz="750">
                <a:ln w="3175">
                  <a:noFill/>
                </a:ln>
                <a:gradFill>
                  <a:gsLst>
                    <a:gs pos="2752">
                      <a:srgbClr val="000000"/>
                    </a:gs>
                    <a:gs pos="60000">
                      <a:srgbClr val="000000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ED83F20-6BF7-3B70-3847-0B6285534C47}"/>
                </a:ext>
              </a:extLst>
            </p:cNvPr>
            <p:cNvGrpSpPr/>
            <p:nvPr/>
          </p:nvGrpSpPr>
          <p:grpSpPr>
            <a:xfrm>
              <a:off x="5517840" y="2050249"/>
              <a:ext cx="1240085" cy="712625"/>
              <a:chOff x="5836867" y="2422328"/>
              <a:chExt cx="1544045" cy="811278"/>
            </a:xfrm>
            <a:solidFill>
              <a:schemeClr val="bg1"/>
            </a:solidFill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0BCAB657-7505-11FD-738D-CED1631F5E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flipH="1">
                <a:off x="6355580" y="2422328"/>
                <a:ext cx="494598" cy="530496"/>
              </a:xfrm>
              <a:prstGeom prst="rect">
                <a:avLst/>
              </a:prstGeom>
              <a:grpFill/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6D2019-2D6D-625C-BAD9-4747EBD4D8E5}"/>
                  </a:ext>
                </a:extLst>
              </p:cNvPr>
              <p:cNvSpPr txBox="1"/>
              <p:nvPr/>
            </p:nvSpPr>
            <p:spPr>
              <a:xfrm>
                <a:off x="5836867" y="2918261"/>
                <a:ext cx="1544045" cy="315345"/>
              </a:xfrm>
              <a:prstGeom prst="rect">
                <a:avLst/>
              </a:prstGeom>
              <a:grpFill/>
            </p:spPr>
            <p:txBody>
              <a:bodyPr wrap="none" anchor="ctr" anchorCtr="0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750">
                    <a:ln w="3175">
                      <a:noFill/>
                    </a:ln>
                    <a:gradFill>
                      <a:gsLst>
                        <a:gs pos="2752">
                          <a:srgbClr val="000000"/>
                        </a:gs>
                        <a:gs pos="60000">
                          <a:srgbClr val="000000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rPr>
                  <a:t>Azure AI Foundry</a:t>
                </a:r>
                <a:endParaRPr lang="en-US" sz="75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p:grpSp>
      </p:grpSp>
      <p:grpSp>
        <p:nvGrpSpPr>
          <p:cNvPr id="1433" name="Group 1432" descr="Azure Databricks">
            <a:extLst>
              <a:ext uri="{FF2B5EF4-FFF2-40B4-BE49-F238E27FC236}">
                <a16:creationId xmlns:a16="http://schemas.microsoft.com/office/drawing/2014/main" id="{28CE6800-609A-1A10-CCB5-A14DC1AA5D85}"/>
              </a:ext>
            </a:extLst>
          </p:cNvPr>
          <p:cNvGrpSpPr/>
          <p:nvPr/>
        </p:nvGrpSpPr>
        <p:grpSpPr>
          <a:xfrm>
            <a:off x="7971355" y="1555254"/>
            <a:ext cx="923651" cy="829599"/>
            <a:chOff x="10713001" y="1829337"/>
            <a:chExt cx="1231534" cy="1106132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2A37285-F64C-BD94-D73D-E58B08C1BF9D}"/>
                </a:ext>
              </a:extLst>
            </p:cNvPr>
            <p:cNvSpPr/>
            <p:nvPr/>
          </p:nvSpPr>
          <p:spPr>
            <a:xfrm>
              <a:off x="10796756" y="1829337"/>
              <a:ext cx="1063998" cy="110613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137160" tIns="27432" rIns="137160" bIns="54864" rtlCol="0" anchor="ctr" anchorCtr="0">
              <a:noAutofit/>
            </a:bodyPr>
            <a:lstStyle/>
            <a:p>
              <a:pPr algn="ctr" defTabSz="685828" fontAlgn="base">
                <a:lnSpc>
                  <a:spcPts val="900"/>
                </a:lnSpc>
                <a:spcBef>
                  <a:spcPts val="450"/>
                </a:spcBef>
                <a:spcAft>
                  <a:spcPct val="0"/>
                </a:spcAft>
                <a:tabLst>
                  <a:tab pos="1115369" algn="l"/>
                </a:tabLst>
                <a:defRPr/>
              </a:pPr>
              <a:endParaRPr lang="en-US" sz="750">
                <a:ln w="3175">
                  <a:noFill/>
                </a:ln>
                <a:gradFill>
                  <a:gsLst>
                    <a:gs pos="2752">
                      <a:srgbClr val="000000"/>
                    </a:gs>
                    <a:gs pos="60000">
                      <a:srgbClr val="000000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F235A20-D653-FB3E-A94A-3CAB20C7CB35}"/>
                </a:ext>
              </a:extLst>
            </p:cNvPr>
            <p:cNvGrpSpPr/>
            <p:nvPr/>
          </p:nvGrpSpPr>
          <p:grpSpPr>
            <a:xfrm>
              <a:off x="10713001" y="1999060"/>
              <a:ext cx="1231534" cy="800458"/>
              <a:chOff x="10293529" y="1676049"/>
              <a:chExt cx="1317758" cy="828390"/>
            </a:xfrm>
            <a:noFill/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8135A332-E6D5-08F7-A614-6D5666CD8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64423" y="1676049"/>
                <a:ext cx="591952" cy="591952"/>
              </a:xfrm>
              <a:prstGeom prst="rect">
                <a:avLst/>
              </a:prstGeom>
              <a:grpFill/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DA721B7-4AC1-A10D-7682-9F9E4BF58442}"/>
                  </a:ext>
                </a:extLst>
              </p:cNvPr>
              <p:cNvSpPr txBox="1"/>
              <p:nvPr/>
            </p:nvSpPr>
            <p:spPr>
              <a:xfrm>
                <a:off x="10293529" y="2217775"/>
                <a:ext cx="1317758" cy="286664"/>
              </a:xfrm>
              <a:prstGeom prst="rect">
                <a:avLst/>
              </a:prstGeom>
              <a:grpFill/>
            </p:spPr>
            <p:txBody>
              <a:bodyPr wrap="none" anchor="ctr" anchorCtr="0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750">
                    <a:ln w="3175">
                      <a:noFill/>
                    </a:ln>
                    <a:gradFill>
                      <a:gsLst>
                        <a:gs pos="2752">
                          <a:srgbClr val="000000"/>
                        </a:gs>
                        <a:gs pos="60000">
                          <a:srgbClr val="000000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rPr>
                  <a:t>Azure Databricks</a:t>
                </a:r>
                <a:endParaRPr lang="en-US" sz="75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p:grpSp>
      </p:grpSp>
      <p:grpSp>
        <p:nvGrpSpPr>
          <p:cNvPr id="46" name="Group 45" descr="Genie Space">
            <a:extLst>
              <a:ext uri="{FF2B5EF4-FFF2-40B4-BE49-F238E27FC236}">
                <a16:creationId xmlns:a16="http://schemas.microsoft.com/office/drawing/2014/main" id="{15F48A9E-62EF-5981-CAD3-30903ED0CA84}"/>
              </a:ext>
            </a:extLst>
          </p:cNvPr>
          <p:cNvGrpSpPr/>
          <p:nvPr/>
        </p:nvGrpSpPr>
        <p:grpSpPr>
          <a:xfrm>
            <a:off x="7238861" y="2152978"/>
            <a:ext cx="721672" cy="560567"/>
            <a:chOff x="9384786" y="3292607"/>
            <a:chExt cx="962229" cy="747422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7390E1D-6547-4BA2-A217-60DB0D368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56731" y="3292607"/>
              <a:ext cx="618339" cy="618339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91E6287-1F09-9AF9-69F9-E4E57F93C8E1}"/>
                </a:ext>
              </a:extLst>
            </p:cNvPr>
            <p:cNvSpPr txBox="1"/>
            <p:nvPr/>
          </p:nvSpPr>
          <p:spPr>
            <a:xfrm>
              <a:off x="9384786" y="3763030"/>
              <a:ext cx="962229" cy="276999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algn="ctr" defTabSz="685800">
                <a:defRPr/>
              </a:pPr>
              <a:r>
                <a:rPr lang="en-US" sz="750">
                  <a:ln w="3175">
                    <a:noFill/>
                  </a:ln>
                  <a:gradFill>
                    <a:gsLst>
                      <a:gs pos="2752">
                        <a:srgbClr val="000000"/>
                      </a:gs>
                      <a:gs pos="60000">
                        <a:srgbClr val="000000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rPr>
                <a:t>Genie Space</a:t>
              </a:r>
              <a:endParaRPr lang="en-US" sz="750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p:grpSp>
        <p:nvGrpSpPr>
          <p:cNvPr id="49" name="Group 48" descr="Agents">
            <a:extLst>
              <a:ext uri="{FF2B5EF4-FFF2-40B4-BE49-F238E27FC236}">
                <a16:creationId xmlns:a16="http://schemas.microsoft.com/office/drawing/2014/main" id="{A0381585-24E6-4E8E-D7E1-1E0003620335}"/>
              </a:ext>
            </a:extLst>
          </p:cNvPr>
          <p:cNvGrpSpPr/>
          <p:nvPr/>
        </p:nvGrpSpPr>
        <p:grpSpPr>
          <a:xfrm>
            <a:off x="5265516" y="2261195"/>
            <a:ext cx="492444" cy="501112"/>
            <a:chOff x="7389321" y="2636699"/>
            <a:chExt cx="520023" cy="597974"/>
          </a:xfrm>
        </p:grpSpPr>
        <p:sp>
          <p:nvSpPr>
            <p:cNvPr id="50" name="Graphic 27">
              <a:extLst>
                <a:ext uri="{FF2B5EF4-FFF2-40B4-BE49-F238E27FC236}">
                  <a16:creationId xmlns:a16="http://schemas.microsoft.com/office/drawing/2014/main" id="{F6F21C98-4D59-A48E-8CDD-CC82408235AE}"/>
                </a:ext>
              </a:extLst>
            </p:cNvPr>
            <p:cNvSpPr/>
            <p:nvPr/>
          </p:nvSpPr>
          <p:spPr>
            <a:xfrm>
              <a:off x="7448199" y="2636699"/>
              <a:ext cx="391352" cy="391352"/>
            </a:xfrm>
            <a:custGeom>
              <a:avLst/>
              <a:gdLst>
                <a:gd name="connsiteX0" fmla="*/ 165958 w 642852"/>
                <a:gd name="connsiteY0" fmla="*/ 31854 h 642851"/>
                <a:gd name="connsiteX1" fmla="*/ 261159 w 642852"/>
                <a:gd name="connsiteY1" fmla="*/ 0 h 642851"/>
                <a:gd name="connsiteX2" fmla="*/ 309348 w 642852"/>
                <a:gd name="connsiteY2" fmla="*/ 17630 h 642851"/>
                <a:gd name="connsiteX3" fmla="*/ 321426 w 642852"/>
                <a:gd name="connsiteY3" fmla="*/ 31343 h 642851"/>
                <a:gd name="connsiteX4" fmla="*/ 333504 w 642852"/>
                <a:gd name="connsiteY4" fmla="*/ 17630 h 642851"/>
                <a:gd name="connsiteX5" fmla="*/ 381694 w 642852"/>
                <a:gd name="connsiteY5" fmla="*/ 0 h 642851"/>
                <a:gd name="connsiteX6" fmla="*/ 476896 w 642852"/>
                <a:gd name="connsiteY6" fmla="*/ 31854 h 642851"/>
                <a:gd name="connsiteX7" fmla="*/ 520032 w 642852"/>
                <a:gd name="connsiteY7" fmla="*/ 98380 h 642851"/>
                <a:gd name="connsiteX8" fmla="*/ 555373 w 642852"/>
                <a:gd name="connsiteY8" fmla="*/ 113092 h 642851"/>
                <a:gd name="connsiteX9" fmla="*/ 588950 w 642852"/>
                <a:gd name="connsiteY9" fmla="*/ 164001 h 642851"/>
                <a:gd name="connsiteX10" fmla="*/ 591489 w 642852"/>
                <a:gd name="connsiteY10" fmla="*/ 267287 h 642851"/>
                <a:gd name="connsiteX11" fmla="*/ 600007 w 642852"/>
                <a:gd name="connsiteY11" fmla="*/ 272065 h 642851"/>
                <a:gd name="connsiteX12" fmla="*/ 625665 w 642852"/>
                <a:gd name="connsiteY12" fmla="*/ 302397 h 642851"/>
                <a:gd name="connsiteX13" fmla="*/ 642853 w 642852"/>
                <a:gd name="connsiteY13" fmla="*/ 401782 h 642851"/>
                <a:gd name="connsiteX14" fmla="*/ 603193 w 642852"/>
                <a:gd name="connsiteY14" fmla="*/ 497390 h 642851"/>
                <a:gd name="connsiteX15" fmla="*/ 560837 w 642852"/>
                <a:gd name="connsiteY15" fmla="*/ 519693 h 642851"/>
                <a:gd name="connsiteX16" fmla="*/ 527959 w 642852"/>
                <a:gd name="connsiteY16" fmla="*/ 590109 h 642851"/>
                <a:gd name="connsiteX17" fmla="*/ 421872 w 642852"/>
                <a:gd name="connsiteY17" fmla="*/ 642851 h 642851"/>
                <a:gd name="connsiteX18" fmla="*/ 334517 w 642852"/>
                <a:gd name="connsiteY18" fmla="*/ 601476 h 642851"/>
                <a:gd name="connsiteX19" fmla="*/ 321426 w 642852"/>
                <a:gd name="connsiteY19" fmla="*/ 586011 h 642851"/>
                <a:gd name="connsiteX20" fmla="*/ 308336 w 642852"/>
                <a:gd name="connsiteY20" fmla="*/ 601476 h 642851"/>
                <a:gd name="connsiteX21" fmla="*/ 220981 w 642852"/>
                <a:gd name="connsiteY21" fmla="*/ 642851 h 642851"/>
                <a:gd name="connsiteX22" fmla="*/ 114893 w 642852"/>
                <a:gd name="connsiteY22" fmla="*/ 590109 h 642851"/>
                <a:gd name="connsiteX23" fmla="*/ 82014 w 642852"/>
                <a:gd name="connsiteY23" fmla="*/ 519693 h 642851"/>
                <a:gd name="connsiteX24" fmla="*/ 39660 w 642852"/>
                <a:gd name="connsiteY24" fmla="*/ 497390 h 642851"/>
                <a:gd name="connsiteX25" fmla="*/ 0 w 642852"/>
                <a:gd name="connsiteY25" fmla="*/ 401782 h 642851"/>
                <a:gd name="connsiteX26" fmla="*/ 17188 w 642852"/>
                <a:gd name="connsiteY26" fmla="*/ 302397 h 642851"/>
                <a:gd name="connsiteX27" fmla="*/ 42846 w 642852"/>
                <a:gd name="connsiteY27" fmla="*/ 272065 h 642851"/>
                <a:gd name="connsiteX28" fmla="*/ 51363 w 642852"/>
                <a:gd name="connsiteY28" fmla="*/ 267287 h 642851"/>
                <a:gd name="connsiteX29" fmla="*/ 53904 w 642852"/>
                <a:gd name="connsiteY29" fmla="*/ 164001 h 642851"/>
                <a:gd name="connsiteX30" fmla="*/ 87480 w 642852"/>
                <a:gd name="connsiteY30" fmla="*/ 113092 h 642851"/>
                <a:gd name="connsiteX31" fmla="*/ 122822 w 642852"/>
                <a:gd name="connsiteY31" fmla="*/ 98380 h 642851"/>
                <a:gd name="connsiteX32" fmla="*/ 165958 w 642852"/>
                <a:gd name="connsiteY32" fmla="*/ 31854 h 642851"/>
                <a:gd name="connsiteX33" fmla="*/ 301337 w 642852"/>
                <a:gd name="connsiteY33" fmla="*/ 100471 h 642851"/>
                <a:gd name="connsiteX34" fmla="*/ 301329 w 642852"/>
                <a:gd name="connsiteY34" fmla="*/ 100045 h 642851"/>
                <a:gd name="connsiteX35" fmla="*/ 301248 w 642852"/>
                <a:gd name="connsiteY35" fmla="*/ 98067 h 642851"/>
                <a:gd name="connsiteX36" fmla="*/ 300551 w 642852"/>
                <a:gd name="connsiteY36" fmla="*/ 90382 h 642851"/>
                <a:gd name="connsiteX37" fmla="*/ 295083 w 642852"/>
                <a:gd name="connsiteY37" fmla="*/ 67321 h 642851"/>
                <a:gd name="connsiteX38" fmla="*/ 282655 w 642852"/>
                <a:gd name="connsiteY38" fmla="*/ 47659 h 642851"/>
                <a:gd name="connsiteX39" fmla="*/ 261159 w 642852"/>
                <a:gd name="connsiteY39" fmla="*/ 40178 h 642851"/>
                <a:gd name="connsiteX40" fmla="*/ 190625 w 642852"/>
                <a:gd name="connsiteY40" fmla="*/ 63569 h 642851"/>
                <a:gd name="connsiteX41" fmla="*/ 160713 w 642852"/>
                <a:gd name="connsiteY41" fmla="*/ 120535 h 642851"/>
                <a:gd name="connsiteX42" fmla="*/ 152371 w 642852"/>
                <a:gd name="connsiteY42" fmla="*/ 136832 h 642851"/>
                <a:gd name="connsiteX43" fmla="*/ 134271 w 642852"/>
                <a:gd name="connsiteY43" fmla="*/ 139593 h 642851"/>
                <a:gd name="connsiteX44" fmla="*/ 112784 w 642852"/>
                <a:gd name="connsiteY44" fmla="*/ 144300 h 642851"/>
                <a:gd name="connsiteX45" fmla="*/ 91742 w 642852"/>
                <a:gd name="connsiteY45" fmla="*/ 177514 h 642851"/>
                <a:gd name="connsiteX46" fmla="*/ 97072 w 642852"/>
                <a:gd name="connsiteY46" fmla="*/ 270104 h 642851"/>
                <a:gd name="connsiteX47" fmla="*/ 100446 w 642852"/>
                <a:gd name="connsiteY47" fmla="*/ 281246 h 642851"/>
                <a:gd name="connsiteX48" fmla="*/ 130579 w 642852"/>
                <a:gd name="connsiteY48" fmla="*/ 281246 h 642851"/>
                <a:gd name="connsiteX49" fmla="*/ 220981 w 642852"/>
                <a:gd name="connsiteY49" fmla="*/ 371648 h 642851"/>
                <a:gd name="connsiteX50" fmla="*/ 220981 w 642852"/>
                <a:gd name="connsiteY50" fmla="*/ 385124 h 642851"/>
                <a:gd name="connsiteX51" fmla="*/ 261159 w 642852"/>
                <a:gd name="connsiteY51" fmla="*/ 441960 h 642851"/>
                <a:gd name="connsiteX52" fmla="*/ 200892 w 642852"/>
                <a:gd name="connsiteY52" fmla="*/ 502228 h 642851"/>
                <a:gd name="connsiteX53" fmla="*/ 140624 w 642852"/>
                <a:gd name="connsiteY53" fmla="*/ 441960 h 642851"/>
                <a:gd name="connsiteX54" fmla="*/ 180802 w 642852"/>
                <a:gd name="connsiteY54" fmla="*/ 385124 h 642851"/>
                <a:gd name="connsiteX55" fmla="*/ 180802 w 642852"/>
                <a:gd name="connsiteY55" fmla="*/ 371648 h 642851"/>
                <a:gd name="connsiteX56" fmla="*/ 130579 w 642852"/>
                <a:gd name="connsiteY56" fmla="*/ 321424 h 642851"/>
                <a:gd name="connsiteX57" fmla="*/ 60267 w 642852"/>
                <a:gd name="connsiteY57" fmla="*/ 321424 h 642851"/>
                <a:gd name="connsiteX58" fmla="*/ 53229 w 642852"/>
                <a:gd name="connsiteY58" fmla="*/ 320157 h 642851"/>
                <a:gd name="connsiteX59" fmla="*/ 53124 w 642852"/>
                <a:gd name="connsiteY59" fmla="*/ 320365 h 642851"/>
                <a:gd name="connsiteX60" fmla="*/ 40178 w 642852"/>
                <a:gd name="connsiteY60" fmla="*/ 401782 h 642851"/>
                <a:gd name="connsiteX61" fmla="*/ 65808 w 642852"/>
                <a:gd name="connsiteY61" fmla="*/ 466887 h 642851"/>
                <a:gd name="connsiteX62" fmla="*/ 100446 w 642852"/>
                <a:gd name="connsiteY62" fmla="*/ 482138 h 642851"/>
                <a:gd name="connsiteX63" fmla="*/ 120535 w 642852"/>
                <a:gd name="connsiteY63" fmla="*/ 502228 h 642851"/>
                <a:gd name="connsiteX64" fmla="*/ 146266 w 642852"/>
                <a:gd name="connsiteY64" fmla="*/ 565014 h 642851"/>
                <a:gd name="connsiteX65" fmla="*/ 220981 w 642852"/>
                <a:gd name="connsiteY65" fmla="*/ 602673 h 642851"/>
                <a:gd name="connsiteX66" fmla="*/ 279272 w 642852"/>
                <a:gd name="connsiteY66" fmla="*/ 573737 h 642851"/>
                <a:gd name="connsiteX67" fmla="*/ 296806 w 642852"/>
                <a:gd name="connsiteY67" fmla="*/ 550574 h 642851"/>
                <a:gd name="connsiteX68" fmla="*/ 300871 w 642852"/>
                <a:gd name="connsiteY68" fmla="*/ 542394 h 642851"/>
                <a:gd name="connsiteX69" fmla="*/ 301337 w 642852"/>
                <a:gd name="connsiteY69" fmla="*/ 541096 h 642851"/>
                <a:gd name="connsiteX70" fmla="*/ 301337 w 642852"/>
                <a:gd name="connsiteY70" fmla="*/ 220980 h 642851"/>
                <a:gd name="connsiteX71" fmla="*/ 257730 w 642852"/>
                <a:gd name="connsiteY71" fmla="*/ 220980 h 642851"/>
                <a:gd name="connsiteX72" fmla="*/ 200892 w 642852"/>
                <a:gd name="connsiteY72" fmla="*/ 261158 h 642851"/>
                <a:gd name="connsiteX73" fmla="*/ 140624 w 642852"/>
                <a:gd name="connsiteY73" fmla="*/ 200891 h 642851"/>
                <a:gd name="connsiteX74" fmla="*/ 200892 w 642852"/>
                <a:gd name="connsiteY74" fmla="*/ 140624 h 642851"/>
                <a:gd name="connsiteX75" fmla="*/ 257730 w 642852"/>
                <a:gd name="connsiteY75" fmla="*/ 180802 h 642851"/>
                <a:gd name="connsiteX76" fmla="*/ 301337 w 642852"/>
                <a:gd name="connsiteY76" fmla="*/ 180802 h 642851"/>
                <a:gd name="connsiteX77" fmla="*/ 301337 w 642852"/>
                <a:gd name="connsiteY77" fmla="*/ 100471 h 642851"/>
                <a:gd name="connsiteX78" fmla="*/ 341516 w 642852"/>
                <a:gd name="connsiteY78" fmla="*/ 502228 h 642851"/>
                <a:gd name="connsiteX79" fmla="*/ 341516 w 642852"/>
                <a:gd name="connsiteY79" fmla="*/ 541096 h 642851"/>
                <a:gd name="connsiteX80" fmla="*/ 341982 w 642852"/>
                <a:gd name="connsiteY80" fmla="*/ 542394 h 642851"/>
                <a:gd name="connsiteX81" fmla="*/ 346048 w 642852"/>
                <a:gd name="connsiteY81" fmla="*/ 550574 h 642851"/>
                <a:gd name="connsiteX82" fmla="*/ 363581 w 642852"/>
                <a:gd name="connsiteY82" fmla="*/ 573737 h 642851"/>
                <a:gd name="connsiteX83" fmla="*/ 421872 w 642852"/>
                <a:gd name="connsiteY83" fmla="*/ 602673 h 642851"/>
                <a:gd name="connsiteX84" fmla="*/ 496588 w 642852"/>
                <a:gd name="connsiteY84" fmla="*/ 565014 h 642851"/>
                <a:gd name="connsiteX85" fmla="*/ 522318 w 642852"/>
                <a:gd name="connsiteY85" fmla="*/ 502228 h 642851"/>
                <a:gd name="connsiteX86" fmla="*/ 542407 w 642852"/>
                <a:gd name="connsiteY86" fmla="*/ 482138 h 642851"/>
                <a:gd name="connsiteX87" fmla="*/ 577045 w 642852"/>
                <a:gd name="connsiteY87" fmla="*/ 466887 h 642851"/>
                <a:gd name="connsiteX88" fmla="*/ 602675 w 642852"/>
                <a:gd name="connsiteY88" fmla="*/ 401782 h 642851"/>
                <a:gd name="connsiteX89" fmla="*/ 589729 w 642852"/>
                <a:gd name="connsiteY89" fmla="*/ 320365 h 642851"/>
                <a:gd name="connsiteX90" fmla="*/ 577720 w 642852"/>
                <a:gd name="connsiteY90" fmla="*/ 305496 h 642851"/>
                <a:gd name="connsiteX91" fmla="*/ 562496 w 642852"/>
                <a:gd name="connsiteY91" fmla="*/ 301337 h 642851"/>
                <a:gd name="connsiteX92" fmla="*/ 544786 w 642852"/>
                <a:gd name="connsiteY92" fmla="*/ 290727 h 642851"/>
                <a:gd name="connsiteX93" fmla="*/ 545782 w 642852"/>
                <a:gd name="connsiteY93" fmla="*/ 270104 h 642851"/>
                <a:gd name="connsiteX94" fmla="*/ 551110 w 642852"/>
                <a:gd name="connsiteY94" fmla="*/ 177514 h 642851"/>
                <a:gd name="connsiteX95" fmla="*/ 530068 w 642852"/>
                <a:gd name="connsiteY95" fmla="*/ 144300 h 642851"/>
                <a:gd name="connsiteX96" fmla="*/ 508581 w 642852"/>
                <a:gd name="connsiteY96" fmla="*/ 139593 h 642851"/>
                <a:gd name="connsiteX97" fmla="*/ 490481 w 642852"/>
                <a:gd name="connsiteY97" fmla="*/ 136832 h 642851"/>
                <a:gd name="connsiteX98" fmla="*/ 482140 w 642852"/>
                <a:gd name="connsiteY98" fmla="*/ 120535 h 642851"/>
                <a:gd name="connsiteX99" fmla="*/ 452227 w 642852"/>
                <a:gd name="connsiteY99" fmla="*/ 63569 h 642851"/>
                <a:gd name="connsiteX100" fmla="*/ 381694 w 642852"/>
                <a:gd name="connsiteY100" fmla="*/ 40178 h 642851"/>
                <a:gd name="connsiteX101" fmla="*/ 360198 w 642852"/>
                <a:gd name="connsiteY101" fmla="*/ 47659 h 642851"/>
                <a:gd name="connsiteX102" fmla="*/ 347771 w 642852"/>
                <a:gd name="connsiteY102" fmla="*/ 67321 h 642851"/>
                <a:gd name="connsiteX103" fmla="*/ 342303 w 642852"/>
                <a:gd name="connsiteY103" fmla="*/ 90382 h 642851"/>
                <a:gd name="connsiteX104" fmla="*/ 341604 w 642852"/>
                <a:gd name="connsiteY104" fmla="*/ 98067 h 642851"/>
                <a:gd name="connsiteX105" fmla="*/ 341524 w 642852"/>
                <a:gd name="connsiteY105" fmla="*/ 100045 h 642851"/>
                <a:gd name="connsiteX106" fmla="*/ 341516 w 642852"/>
                <a:gd name="connsiteY106" fmla="*/ 100493 h 642851"/>
                <a:gd name="connsiteX107" fmla="*/ 341516 w 642852"/>
                <a:gd name="connsiteY107" fmla="*/ 462049 h 642851"/>
                <a:gd name="connsiteX108" fmla="*/ 371649 w 642852"/>
                <a:gd name="connsiteY108" fmla="*/ 462049 h 642851"/>
                <a:gd name="connsiteX109" fmla="*/ 421872 w 642852"/>
                <a:gd name="connsiteY109" fmla="*/ 411827 h 642851"/>
                <a:gd name="connsiteX110" fmla="*/ 421872 w 642852"/>
                <a:gd name="connsiteY110" fmla="*/ 338084 h 642851"/>
                <a:gd name="connsiteX111" fmla="*/ 381694 w 642852"/>
                <a:gd name="connsiteY111" fmla="*/ 281247 h 642851"/>
                <a:gd name="connsiteX112" fmla="*/ 441961 w 642852"/>
                <a:gd name="connsiteY112" fmla="*/ 220980 h 642851"/>
                <a:gd name="connsiteX113" fmla="*/ 502229 w 642852"/>
                <a:gd name="connsiteY113" fmla="*/ 281247 h 642851"/>
                <a:gd name="connsiteX114" fmla="*/ 462050 w 642852"/>
                <a:gd name="connsiteY114" fmla="*/ 338084 h 642851"/>
                <a:gd name="connsiteX115" fmla="*/ 462050 w 642852"/>
                <a:gd name="connsiteY115" fmla="*/ 411827 h 642851"/>
                <a:gd name="connsiteX116" fmla="*/ 371649 w 642852"/>
                <a:gd name="connsiteY116" fmla="*/ 502228 h 642851"/>
                <a:gd name="connsiteX117" fmla="*/ 341516 w 642852"/>
                <a:gd name="connsiteY117" fmla="*/ 502228 h 642851"/>
                <a:gd name="connsiteX118" fmla="*/ 180802 w 642852"/>
                <a:gd name="connsiteY118" fmla="*/ 200891 h 642851"/>
                <a:gd name="connsiteX119" fmla="*/ 200892 w 642852"/>
                <a:gd name="connsiteY119" fmla="*/ 220980 h 642851"/>
                <a:gd name="connsiteX120" fmla="*/ 220981 w 642852"/>
                <a:gd name="connsiteY120" fmla="*/ 200891 h 642851"/>
                <a:gd name="connsiteX121" fmla="*/ 200892 w 642852"/>
                <a:gd name="connsiteY121" fmla="*/ 180802 h 642851"/>
                <a:gd name="connsiteX122" fmla="*/ 180802 w 642852"/>
                <a:gd name="connsiteY122" fmla="*/ 200891 h 642851"/>
                <a:gd name="connsiteX123" fmla="*/ 441961 w 642852"/>
                <a:gd name="connsiteY123" fmla="*/ 301337 h 642851"/>
                <a:gd name="connsiteX124" fmla="*/ 462050 w 642852"/>
                <a:gd name="connsiteY124" fmla="*/ 281247 h 642851"/>
                <a:gd name="connsiteX125" fmla="*/ 441961 w 642852"/>
                <a:gd name="connsiteY125" fmla="*/ 261158 h 642851"/>
                <a:gd name="connsiteX126" fmla="*/ 421872 w 642852"/>
                <a:gd name="connsiteY126" fmla="*/ 281247 h 642851"/>
                <a:gd name="connsiteX127" fmla="*/ 441961 w 642852"/>
                <a:gd name="connsiteY127" fmla="*/ 301337 h 642851"/>
                <a:gd name="connsiteX128" fmla="*/ 200892 w 642852"/>
                <a:gd name="connsiteY128" fmla="*/ 421871 h 642851"/>
                <a:gd name="connsiteX129" fmla="*/ 180802 w 642852"/>
                <a:gd name="connsiteY129" fmla="*/ 441960 h 642851"/>
                <a:gd name="connsiteX130" fmla="*/ 200892 w 642852"/>
                <a:gd name="connsiteY130" fmla="*/ 462049 h 642851"/>
                <a:gd name="connsiteX131" fmla="*/ 220981 w 642852"/>
                <a:gd name="connsiteY131" fmla="*/ 441960 h 642851"/>
                <a:gd name="connsiteX132" fmla="*/ 200892 w 642852"/>
                <a:gd name="connsiteY132" fmla="*/ 421871 h 64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642852" h="642851">
                  <a:moveTo>
                    <a:pt x="165958" y="31854"/>
                  </a:moveTo>
                  <a:cubicBezTo>
                    <a:pt x="192278" y="11383"/>
                    <a:pt x="226809" y="0"/>
                    <a:pt x="261159" y="0"/>
                  </a:cubicBezTo>
                  <a:cubicBezTo>
                    <a:pt x="281165" y="0"/>
                    <a:pt x="297209" y="6840"/>
                    <a:pt x="309348" y="17630"/>
                  </a:cubicBezTo>
                  <a:cubicBezTo>
                    <a:pt x="314074" y="21831"/>
                    <a:pt x="318059" y="26494"/>
                    <a:pt x="321426" y="31343"/>
                  </a:cubicBezTo>
                  <a:cubicBezTo>
                    <a:pt x="324793" y="26494"/>
                    <a:pt x="328779" y="21831"/>
                    <a:pt x="333504" y="17630"/>
                  </a:cubicBezTo>
                  <a:cubicBezTo>
                    <a:pt x="345642" y="6840"/>
                    <a:pt x="361689" y="0"/>
                    <a:pt x="381694" y="0"/>
                  </a:cubicBezTo>
                  <a:cubicBezTo>
                    <a:pt x="416042" y="0"/>
                    <a:pt x="450576" y="11383"/>
                    <a:pt x="476896" y="31854"/>
                  </a:cubicBezTo>
                  <a:cubicBezTo>
                    <a:pt x="497990" y="48260"/>
                    <a:pt x="514246" y="70953"/>
                    <a:pt x="520032" y="98380"/>
                  </a:cubicBezTo>
                  <a:cubicBezTo>
                    <a:pt x="533210" y="99410"/>
                    <a:pt x="545248" y="104881"/>
                    <a:pt x="555373" y="113092"/>
                  </a:cubicBezTo>
                  <a:cubicBezTo>
                    <a:pt x="570741" y="125551"/>
                    <a:pt x="581886" y="144226"/>
                    <a:pt x="588950" y="164001"/>
                  </a:cubicBezTo>
                  <a:cubicBezTo>
                    <a:pt x="599926" y="194736"/>
                    <a:pt x="602932" y="233891"/>
                    <a:pt x="591489" y="267287"/>
                  </a:cubicBezTo>
                  <a:cubicBezTo>
                    <a:pt x="594418" y="268644"/>
                    <a:pt x="597258" y="270234"/>
                    <a:pt x="600007" y="272065"/>
                  </a:cubicBezTo>
                  <a:cubicBezTo>
                    <a:pt x="611072" y="279441"/>
                    <a:pt x="619453" y="289969"/>
                    <a:pt x="625665" y="302397"/>
                  </a:cubicBezTo>
                  <a:cubicBezTo>
                    <a:pt x="637810" y="326685"/>
                    <a:pt x="642853" y="360579"/>
                    <a:pt x="642853" y="401782"/>
                  </a:cubicBezTo>
                  <a:cubicBezTo>
                    <a:pt x="642853" y="447637"/>
                    <a:pt x="625363" y="478390"/>
                    <a:pt x="603193" y="497390"/>
                  </a:cubicBezTo>
                  <a:cubicBezTo>
                    <a:pt x="589331" y="509275"/>
                    <a:pt x="573967" y="516270"/>
                    <a:pt x="560837" y="519693"/>
                  </a:cubicBezTo>
                  <a:cubicBezTo>
                    <a:pt x="556823" y="542116"/>
                    <a:pt x="545585" y="568080"/>
                    <a:pt x="527959" y="590109"/>
                  </a:cubicBezTo>
                  <a:cubicBezTo>
                    <a:pt x="505001" y="618809"/>
                    <a:pt x="469520" y="642851"/>
                    <a:pt x="421872" y="642851"/>
                  </a:cubicBezTo>
                  <a:cubicBezTo>
                    <a:pt x="384068" y="642851"/>
                    <a:pt x="354059" y="621947"/>
                    <a:pt x="334517" y="601476"/>
                  </a:cubicBezTo>
                  <a:cubicBezTo>
                    <a:pt x="329643" y="596369"/>
                    <a:pt x="325267" y="591138"/>
                    <a:pt x="321426" y="586011"/>
                  </a:cubicBezTo>
                  <a:cubicBezTo>
                    <a:pt x="317586" y="591138"/>
                    <a:pt x="313210" y="596369"/>
                    <a:pt x="308336" y="601476"/>
                  </a:cubicBezTo>
                  <a:cubicBezTo>
                    <a:pt x="288796" y="621947"/>
                    <a:pt x="258785" y="642851"/>
                    <a:pt x="220981" y="642851"/>
                  </a:cubicBezTo>
                  <a:cubicBezTo>
                    <a:pt x="173334" y="642851"/>
                    <a:pt x="137851" y="618809"/>
                    <a:pt x="114893" y="590109"/>
                  </a:cubicBezTo>
                  <a:cubicBezTo>
                    <a:pt x="97268" y="568080"/>
                    <a:pt x="86031" y="542116"/>
                    <a:pt x="82014" y="519693"/>
                  </a:cubicBezTo>
                  <a:cubicBezTo>
                    <a:pt x="68887" y="516270"/>
                    <a:pt x="53523" y="509275"/>
                    <a:pt x="39660" y="497390"/>
                  </a:cubicBezTo>
                  <a:cubicBezTo>
                    <a:pt x="17490" y="478390"/>
                    <a:pt x="0" y="447637"/>
                    <a:pt x="0" y="401782"/>
                  </a:cubicBezTo>
                  <a:cubicBezTo>
                    <a:pt x="0" y="360579"/>
                    <a:pt x="5044" y="326685"/>
                    <a:pt x="17188" y="302397"/>
                  </a:cubicBezTo>
                  <a:cubicBezTo>
                    <a:pt x="23401" y="289969"/>
                    <a:pt x="31782" y="279441"/>
                    <a:pt x="42846" y="272065"/>
                  </a:cubicBezTo>
                  <a:cubicBezTo>
                    <a:pt x="45594" y="270234"/>
                    <a:pt x="48437" y="268644"/>
                    <a:pt x="51363" y="267287"/>
                  </a:cubicBezTo>
                  <a:cubicBezTo>
                    <a:pt x="39923" y="233891"/>
                    <a:pt x="42928" y="194736"/>
                    <a:pt x="53904" y="164001"/>
                  </a:cubicBezTo>
                  <a:cubicBezTo>
                    <a:pt x="60967" y="144226"/>
                    <a:pt x="72113" y="125551"/>
                    <a:pt x="87480" y="113092"/>
                  </a:cubicBezTo>
                  <a:cubicBezTo>
                    <a:pt x="97606" y="104881"/>
                    <a:pt x="109642" y="99410"/>
                    <a:pt x="122822" y="98380"/>
                  </a:cubicBezTo>
                  <a:cubicBezTo>
                    <a:pt x="128605" y="70953"/>
                    <a:pt x="144864" y="48260"/>
                    <a:pt x="165958" y="31854"/>
                  </a:cubicBezTo>
                  <a:close/>
                  <a:moveTo>
                    <a:pt x="301337" y="100471"/>
                  </a:moveTo>
                  <a:lnTo>
                    <a:pt x="301329" y="100045"/>
                  </a:lnTo>
                  <a:cubicBezTo>
                    <a:pt x="301318" y="99634"/>
                    <a:pt x="301296" y="98963"/>
                    <a:pt x="301248" y="98067"/>
                  </a:cubicBezTo>
                  <a:cubicBezTo>
                    <a:pt x="301152" y="96271"/>
                    <a:pt x="300954" y="93611"/>
                    <a:pt x="300551" y="90382"/>
                  </a:cubicBezTo>
                  <a:cubicBezTo>
                    <a:pt x="299731" y="83819"/>
                    <a:pt x="298123" y="75427"/>
                    <a:pt x="295083" y="67321"/>
                  </a:cubicBezTo>
                  <a:cubicBezTo>
                    <a:pt x="292012" y="59132"/>
                    <a:pt x="287881" y="52306"/>
                    <a:pt x="282655" y="47659"/>
                  </a:cubicBezTo>
                  <a:cubicBezTo>
                    <a:pt x="277843" y="43382"/>
                    <a:pt x="271287" y="40178"/>
                    <a:pt x="261159" y="40178"/>
                  </a:cubicBezTo>
                  <a:cubicBezTo>
                    <a:pt x="235241" y="40178"/>
                    <a:pt x="209505" y="48884"/>
                    <a:pt x="190625" y="63569"/>
                  </a:cubicBezTo>
                  <a:cubicBezTo>
                    <a:pt x="171962" y="78084"/>
                    <a:pt x="160713" y="97718"/>
                    <a:pt x="160713" y="120535"/>
                  </a:cubicBezTo>
                  <a:cubicBezTo>
                    <a:pt x="160713" y="126992"/>
                    <a:pt x="157609" y="133056"/>
                    <a:pt x="152371" y="136832"/>
                  </a:cubicBezTo>
                  <a:cubicBezTo>
                    <a:pt x="147132" y="140608"/>
                    <a:pt x="140397" y="141635"/>
                    <a:pt x="134271" y="139593"/>
                  </a:cubicBezTo>
                  <a:cubicBezTo>
                    <a:pt x="126734" y="137080"/>
                    <a:pt x="119962" y="138480"/>
                    <a:pt x="112784" y="144300"/>
                  </a:cubicBezTo>
                  <a:cubicBezTo>
                    <a:pt x="104923" y="150674"/>
                    <a:pt x="97235" y="162133"/>
                    <a:pt x="91742" y="177514"/>
                  </a:cubicBezTo>
                  <a:cubicBezTo>
                    <a:pt x="80520" y="208935"/>
                    <a:pt x="81646" y="246965"/>
                    <a:pt x="97072" y="270104"/>
                  </a:cubicBezTo>
                  <a:cubicBezTo>
                    <a:pt x="99312" y="273465"/>
                    <a:pt x="100445" y="277349"/>
                    <a:pt x="100446" y="281246"/>
                  </a:cubicBezTo>
                  <a:lnTo>
                    <a:pt x="130579" y="281246"/>
                  </a:lnTo>
                  <a:cubicBezTo>
                    <a:pt x="180507" y="281246"/>
                    <a:pt x="220981" y="321719"/>
                    <a:pt x="220981" y="371648"/>
                  </a:cubicBezTo>
                  <a:lnTo>
                    <a:pt x="220981" y="385124"/>
                  </a:lnTo>
                  <a:cubicBezTo>
                    <a:pt x="244389" y="393397"/>
                    <a:pt x="261159" y="415720"/>
                    <a:pt x="261159" y="441960"/>
                  </a:cubicBezTo>
                  <a:cubicBezTo>
                    <a:pt x="261159" y="475244"/>
                    <a:pt x="234176" y="502228"/>
                    <a:pt x="200892" y="502228"/>
                  </a:cubicBezTo>
                  <a:cubicBezTo>
                    <a:pt x="167607" y="502228"/>
                    <a:pt x="140624" y="475244"/>
                    <a:pt x="140624" y="441960"/>
                  </a:cubicBezTo>
                  <a:cubicBezTo>
                    <a:pt x="140624" y="415720"/>
                    <a:pt x="157394" y="393397"/>
                    <a:pt x="180802" y="385124"/>
                  </a:cubicBezTo>
                  <a:lnTo>
                    <a:pt x="180802" y="371648"/>
                  </a:lnTo>
                  <a:cubicBezTo>
                    <a:pt x="180802" y="343909"/>
                    <a:pt x="158317" y="321424"/>
                    <a:pt x="130579" y="321424"/>
                  </a:cubicBezTo>
                  <a:lnTo>
                    <a:pt x="60267" y="321424"/>
                  </a:lnTo>
                  <a:cubicBezTo>
                    <a:pt x="57791" y="321424"/>
                    <a:pt x="55420" y="320976"/>
                    <a:pt x="53229" y="320157"/>
                  </a:cubicBezTo>
                  <a:cubicBezTo>
                    <a:pt x="53194" y="320226"/>
                    <a:pt x="53159" y="320295"/>
                    <a:pt x="53124" y="320365"/>
                  </a:cubicBezTo>
                  <a:cubicBezTo>
                    <a:pt x="45178" y="336255"/>
                    <a:pt x="40178" y="362628"/>
                    <a:pt x="40178" y="401782"/>
                  </a:cubicBezTo>
                  <a:cubicBezTo>
                    <a:pt x="40178" y="436283"/>
                    <a:pt x="52822" y="455753"/>
                    <a:pt x="65808" y="466887"/>
                  </a:cubicBezTo>
                  <a:cubicBezTo>
                    <a:pt x="79754" y="478840"/>
                    <a:pt x="95208" y="482138"/>
                    <a:pt x="100446" y="482138"/>
                  </a:cubicBezTo>
                  <a:cubicBezTo>
                    <a:pt x="111541" y="482138"/>
                    <a:pt x="120535" y="491134"/>
                    <a:pt x="120535" y="502228"/>
                  </a:cubicBezTo>
                  <a:cubicBezTo>
                    <a:pt x="120535" y="517029"/>
                    <a:pt x="128537" y="542852"/>
                    <a:pt x="146266" y="565014"/>
                  </a:cubicBezTo>
                  <a:cubicBezTo>
                    <a:pt x="163487" y="586537"/>
                    <a:pt x="188270" y="602673"/>
                    <a:pt x="220981" y="602673"/>
                  </a:cubicBezTo>
                  <a:cubicBezTo>
                    <a:pt x="243444" y="602673"/>
                    <a:pt x="263656" y="590093"/>
                    <a:pt x="279272" y="573737"/>
                  </a:cubicBezTo>
                  <a:cubicBezTo>
                    <a:pt x="286919" y="565725"/>
                    <a:pt x="292871" y="557392"/>
                    <a:pt x="296806" y="550574"/>
                  </a:cubicBezTo>
                  <a:cubicBezTo>
                    <a:pt x="298777" y="547155"/>
                    <a:pt x="300101" y="544362"/>
                    <a:pt x="300871" y="542394"/>
                  </a:cubicBezTo>
                  <a:cubicBezTo>
                    <a:pt x="301096" y="541815"/>
                    <a:pt x="301244" y="541389"/>
                    <a:pt x="301337" y="541096"/>
                  </a:cubicBezTo>
                  <a:lnTo>
                    <a:pt x="301337" y="220980"/>
                  </a:lnTo>
                  <a:lnTo>
                    <a:pt x="257730" y="220980"/>
                  </a:lnTo>
                  <a:cubicBezTo>
                    <a:pt x="249456" y="244388"/>
                    <a:pt x="227132" y="261158"/>
                    <a:pt x="200892" y="261158"/>
                  </a:cubicBezTo>
                  <a:cubicBezTo>
                    <a:pt x="167607" y="261158"/>
                    <a:pt x="140624" y="234176"/>
                    <a:pt x="140624" y="200891"/>
                  </a:cubicBezTo>
                  <a:cubicBezTo>
                    <a:pt x="140624" y="167606"/>
                    <a:pt x="167607" y="140624"/>
                    <a:pt x="200892" y="140624"/>
                  </a:cubicBezTo>
                  <a:cubicBezTo>
                    <a:pt x="227132" y="140624"/>
                    <a:pt x="249456" y="157394"/>
                    <a:pt x="257730" y="180802"/>
                  </a:cubicBezTo>
                  <a:lnTo>
                    <a:pt x="301337" y="180802"/>
                  </a:lnTo>
                  <a:lnTo>
                    <a:pt x="301337" y="100471"/>
                  </a:lnTo>
                  <a:close/>
                  <a:moveTo>
                    <a:pt x="341516" y="502228"/>
                  </a:moveTo>
                  <a:lnTo>
                    <a:pt x="341516" y="541096"/>
                  </a:lnTo>
                  <a:cubicBezTo>
                    <a:pt x="341608" y="541389"/>
                    <a:pt x="341757" y="541815"/>
                    <a:pt x="341982" y="542394"/>
                  </a:cubicBezTo>
                  <a:cubicBezTo>
                    <a:pt x="342753" y="544362"/>
                    <a:pt x="344075" y="547155"/>
                    <a:pt x="346048" y="550574"/>
                  </a:cubicBezTo>
                  <a:cubicBezTo>
                    <a:pt x="349981" y="557392"/>
                    <a:pt x="355936" y="565725"/>
                    <a:pt x="363581" y="573737"/>
                  </a:cubicBezTo>
                  <a:cubicBezTo>
                    <a:pt x="379195" y="590093"/>
                    <a:pt x="399408" y="602673"/>
                    <a:pt x="421872" y="602673"/>
                  </a:cubicBezTo>
                  <a:cubicBezTo>
                    <a:pt x="454581" y="602673"/>
                    <a:pt x="479367" y="586537"/>
                    <a:pt x="496588" y="565014"/>
                  </a:cubicBezTo>
                  <a:cubicBezTo>
                    <a:pt x="514314" y="542852"/>
                    <a:pt x="522318" y="517029"/>
                    <a:pt x="522318" y="502228"/>
                  </a:cubicBezTo>
                  <a:cubicBezTo>
                    <a:pt x="522318" y="491134"/>
                    <a:pt x="531314" y="482138"/>
                    <a:pt x="542407" y="482138"/>
                  </a:cubicBezTo>
                  <a:cubicBezTo>
                    <a:pt x="547646" y="482138"/>
                    <a:pt x="563099" y="478840"/>
                    <a:pt x="577045" y="466887"/>
                  </a:cubicBezTo>
                  <a:cubicBezTo>
                    <a:pt x="590030" y="455753"/>
                    <a:pt x="602675" y="436283"/>
                    <a:pt x="602675" y="401782"/>
                  </a:cubicBezTo>
                  <a:cubicBezTo>
                    <a:pt x="602675" y="362628"/>
                    <a:pt x="597672" y="336255"/>
                    <a:pt x="589729" y="320365"/>
                  </a:cubicBezTo>
                  <a:cubicBezTo>
                    <a:pt x="585896" y="312704"/>
                    <a:pt x="581722" y="308165"/>
                    <a:pt x="577720" y="305496"/>
                  </a:cubicBezTo>
                  <a:cubicBezTo>
                    <a:pt x="573843" y="302911"/>
                    <a:pt x="569025" y="301337"/>
                    <a:pt x="562496" y="301337"/>
                  </a:cubicBezTo>
                  <a:cubicBezTo>
                    <a:pt x="555087" y="301337"/>
                    <a:pt x="548281" y="297259"/>
                    <a:pt x="544786" y="290727"/>
                  </a:cubicBezTo>
                  <a:cubicBezTo>
                    <a:pt x="541290" y="284194"/>
                    <a:pt x="541672" y="276269"/>
                    <a:pt x="545782" y="270104"/>
                  </a:cubicBezTo>
                  <a:cubicBezTo>
                    <a:pt x="561207" y="246965"/>
                    <a:pt x="562332" y="208935"/>
                    <a:pt x="551110" y="177514"/>
                  </a:cubicBezTo>
                  <a:cubicBezTo>
                    <a:pt x="545617" y="162133"/>
                    <a:pt x="537931" y="150674"/>
                    <a:pt x="530068" y="144300"/>
                  </a:cubicBezTo>
                  <a:cubicBezTo>
                    <a:pt x="522892" y="138480"/>
                    <a:pt x="516118" y="137080"/>
                    <a:pt x="508581" y="139593"/>
                  </a:cubicBezTo>
                  <a:cubicBezTo>
                    <a:pt x="502454" y="141635"/>
                    <a:pt x="495720" y="140608"/>
                    <a:pt x="490481" y="136832"/>
                  </a:cubicBezTo>
                  <a:cubicBezTo>
                    <a:pt x="485245" y="133056"/>
                    <a:pt x="482140" y="126992"/>
                    <a:pt x="482140" y="120535"/>
                  </a:cubicBezTo>
                  <a:cubicBezTo>
                    <a:pt x="482140" y="97718"/>
                    <a:pt x="470890" y="78084"/>
                    <a:pt x="452227" y="63569"/>
                  </a:cubicBezTo>
                  <a:cubicBezTo>
                    <a:pt x="433347" y="48884"/>
                    <a:pt x="407613" y="40178"/>
                    <a:pt x="381694" y="40178"/>
                  </a:cubicBezTo>
                  <a:cubicBezTo>
                    <a:pt x="371565" y="40178"/>
                    <a:pt x="365012" y="43382"/>
                    <a:pt x="360198" y="47659"/>
                  </a:cubicBezTo>
                  <a:cubicBezTo>
                    <a:pt x="354971" y="52306"/>
                    <a:pt x="350841" y="59132"/>
                    <a:pt x="347771" y="67321"/>
                  </a:cubicBezTo>
                  <a:cubicBezTo>
                    <a:pt x="344730" y="75427"/>
                    <a:pt x="343123" y="83819"/>
                    <a:pt x="342303" y="90382"/>
                  </a:cubicBezTo>
                  <a:cubicBezTo>
                    <a:pt x="341897" y="93611"/>
                    <a:pt x="341700" y="96271"/>
                    <a:pt x="341604" y="98067"/>
                  </a:cubicBezTo>
                  <a:cubicBezTo>
                    <a:pt x="341556" y="98963"/>
                    <a:pt x="341536" y="99634"/>
                    <a:pt x="341524" y="100045"/>
                  </a:cubicBezTo>
                  <a:lnTo>
                    <a:pt x="341516" y="100493"/>
                  </a:lnTo>
                  <a:lnTo>
                    <a:pt x="341516" y="462049"/>
                  </a:lnTo>
                  <a:lnTo>
                    <a:pt x="371649" y="462049"/>
                  </a:lnTo>
                  <a:cubicBezTo>
                    <a:pt x="399388" y="462049"/>
                    <a:pt x="421872" y="439566"/>
                    <a:pt x="421872" y="411827"/>
                  </a:cubicBezTo>
                  <a:lnTo>
                    <a:pt x="421872" y="338084"/>
                  </a:lnTo>
                  <a:cubicBezTo>
                    <a:pt x="398464" y="329811"/>
                    <a:pt x="381694" y="307488"/>
                    <a:pt x="381694" y="281247"/>
                  </a:cubicBezTo>
                  <a:cubicBezTo>
                    <a:pt x="381694" y="247963"/>
                    <a:pt x="408678" y="220980"/>
                    <a:pt x="441961" y="220980"/>
                  </a:cubicBezTo>
                  <a:cubicBezTo>
                    <a:pt x="475245" y="220980"/>
                    <a:pt x="502229" y="247963"/>
                    <a:pt x="502229" y="281247"/>
                  </a:cubicBezTo>
                  <a:cubicBezTo>
                    <a:pt x="502229" y="307488"/>
                    <a:pt x="485458" y="329811"/>
                    <a:pt x="462050" y="338084"/>
                  </a:cubicBezTo>
                  <a:lnTo>
                    <a:pt x="462050" y="411827"/>
                  </a:lnTo>
                  <a:cubicBezTo>
                    <a:pt x="462050" y="461752"/>
                    <a:pt x="421575" y="502228"/>
                    <a:pt x="371649" y="502228"/>
                  </a:cubicBezTo>
                  <a:lnTo>
                    <a:pt x="341516" y="502228"/>
                  </a:lnTo>
                  <a:close/>
                  <a:moveTo>
                    <a:pt x="180802" y="200891"/>
                  </a:moveTo>
                  <a:cubicBezTo>
                    <a:pt x="180802" y="211986"/>
                    <a:pt x="189797" y="220980"/>
                    <a:pt x="200892" y="220980"/>
                  </a:cubicBezTo>
                  <a:cubicBezTo>
                    <a:pt x="211986" y="220980"/>
                    <a:pt x="220981" y="211986"/>
                    <a:pt x="220981" y="200891"/>
                  </a:cubicBezTo>
                  <a:cubicBezTo>
                    <a:pt x="220981" y="189796"/>
                    <a:pt x="211986" y="180802"/>
                    <a:pt x="200892" y="180802"/>
                  </a:cubicBezTo>
                  <a:cubicBezTo>
                    <a:pt x="189797" y="180802"/>
                    <a:pt x="180802" y="189796"/>
                    <a:pt x="180802" y="200891"/>
                  </a:cubicBezTo>
                  <a:close/>
                  <a:moveTo>
                    <a:pt x="441961" y="301337"/>
                  </a:moveTo>
                  <a:cubicBezTo>
                    <a:pt x="453055" y="301337"/>
                    <a:pt x="462050" y="292342"/>
                    <a:pt x="462050" y="281247"/>
                  </a:cubicBezTo>
                  <a:cubicBezTo>
                    <a:pt x="462050" y="270153"/>
                    <a:pt x="453055" y="261158"/>
                    <a:pt x="441961" y="261158"/>
                  </a:cubicBezTo>
                  <a:cubicBezTo>
                    <a:pt x="430868" y="261158"/>
                    <a:pt x="421872" y="270153"/>
                    <a:pt x="421872" y="281247"/>
                  </a:cubicBezTo>
                  <a:cubicBezTo>
                    <a:pt x="421872" y="292342"/>
                    <a:pt x="430868" y="301337"/>
                    <a:pt x="441961" y="301337"/>
                  </a:cubicBezTo>
                  <a:close/>
                  <a:moveTo>
                    <a:pt x="200892" y="421871"/>
                  </a:moveTo>
                  <a:cubicBezTo>
                    <a:pt x="189797" y="421871"/>
                    <a:pt x="180802" y="430867"/>
                    <a:pt x="180802" y="441960"/>
                  </a:cubicBezTo>
                  <a:cubicBezTo>
                    <a:pt x="180802" y="453053"/>
                    <a:pt x="189797" y="462049"/>
                    <a:pt x="200892" y="462049"/>
                  </a:cubicBezTo>
                  <a:cubicBezTo>
                    <a:pt x="211986" y="462049"/>
                    <a:pt x="220981" y="453053"/>
                    <a:pt x="220981" y="441960"/>
                  </a:cubicBezTo>
                  <a:cubicBezTo>
                    <a:pt x="220981" y="430867"/>
                    <a:pt x="211986" y="421871"/>
                    <a:pt x="200892" y="421871"/>
                  </a:cubicBezTo>
                  <a:close/>
                </a:path>
              </a:pathLst>
            </a:custGeom>
            <a:solidFill>
              <a:srgbClr val="000000">
                <a:alpha val="86197"/>
              </a:srgbClr>
            </a:solidFill>
            <a:ln w="4000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85800">
                <a:defRPr/>
              </a:pPr>
              <a:endParaRPr lang="en-US"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77C5FB0-6052-1FA0-990D-123C6C20613D}"/>
                </a:ext>
              </a:extLst>
            </p:cNvPr>
            <p:cNvSpPr txBox="1"/>
            <p:nvPr/>
          </p:nvSpPr>
          <p:spPr>
            <a:xfrm>
              <a:off x="7389321" y="2986768"/>
              <a:ext cx="520023" cy="247905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algn="ctr" defTabSz="685800">
                <a:defRPr/>
              </a:pPr>
              <a:r>
                <a:rPr lang="en-US" sz="750">
                  <a:ln w="3175">
                    <a:noFill/>
                  </a:ln>
                  <a:gradFill>
                    <a:gsLst>
                      <a:gs pos="2752">
                        <a:srgbClr val="000000"/>
                      </a:gs>
                      <a:gs pos="60000">
                        <a:srgbClr val="000000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rPr>
                <a:t>Agents</a:t>
              </a:r>
              <a:endParaRPr lang="en-US" sz="750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p:grpSp>
        <p:nvGrpSpPr>
          <p:cNvPr id="52" name="Group 51" descr="Copilot">
            <a:extLst>
              <a:ext uri="{FF2B5EF4-FFF2-40B4-BE49-F238E27FC236}">
                <a16:creationId xmlns:a16="http://schemas.microsoft.com/office/drawing/2014/main" id="{6BE8BAA6-3B70-199E-0A7C-08BC1D2DD4BE}"/>
              </a:ext>
            </a:extLst>
          </p:cNvPr>
          <p:cNvGrpSpPr/>
          <p:nvPr/>
        </p:nvGrpSpPr>
        <p:grpSpPr>
          <a:xfrm>
            <a:off x="5517426" y="1377276"/>
            <a:ext cx="511680" cy="380433"/>
            <a:chOff x="5919452" y="1164150"/>
            <a:chExt cx="914824" cy="680168"/>
          </a:xfrm>
        </p:grpSpPr>
        <p:pic>
          <p:nvPicPr>
            <p:cNvPr id="53" name="Picture 52" descr="A rainbow colored logo on a black background&#10;&#10;Description automatically generated">
              <a:extLst>
                <a:ext uri="{FF2B5EF4-FFF2-40B4-BE49-F238E27FC236}">
                  <a16:creationId xmlns:a16="http://schemas.microsoft.com/office/drawing/2014/main" id="{B550830E-AD94-D284-B9B5-EF10AED25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159823" y="1164150"/>
              <a:ext cx="434082" cy="43408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AF95492-035D-0174-76EE-97FC9DAEC590}"/>
                </a:ext>
              </a:extLst>
            </p:cNvPr>
            <p:cNvSpPr txBox="1"/>
            <p:nvPr/>
          </p:nvSpPr>
          <p:spPr>
            <a:xfrm>
              <a:off x="5919452" y="1472888"/>
              <a:ext cx="914824" cy="371430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algn="ctr" defTabSz="685800">
                <a:defRPr/>
              </a:pPr>
              <a:r>
                <a:rPr lang="en-US" sz="750">
                  <a:ln w="3175">
                    <a:noFill/>
                  </a:ln>
                  <a:gradFill>
                    <a:gsLst>
                      <a:gs pos="2752">
                        <a:srgbClr val="000000"/>
                      </a:gs>
                      <a:gs pos="60000">
                        <a:srgbClr val="000000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rPr>
                <a:t>Copilot</a:t>
              </a:r>
              <a:endParaRPr lang="en-US" sz="750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p:cxnSp>
        <p:nvCxnSpPr>
          <p:cNvPr id="55" name="Straight Connector 54" descr="Arrow leading to">
            <a:extLst>
              <a:ext uri="{FF2B5EF4-FFF2-40B4-BE49-F238E27FC236}">
                <a16:creationId xmlns:a16="http://schemas.microsoft.com/office/drawing/2014/main" id="{1A68CF41-B5DA-F010-47B2-9DDB9B46130B}"/>
              </a:ext>
            </a:extLst>
          </p:cNvPr>
          <p:cNvCxnSpPr>
            <a:cxnSpLocks/>
            <a:endCxn id="54" idx="2"/>
          </p:cNvCxnSpPr>
          <p:nvPr/>
        </p:nvCxnSpPr>
        <p:spPr>
          <a:xfrm rot="5400000" flipH="1" flipV="1">
            <a:off x="5419335" y="1898281"/>
            <a:ext cx="494502" cy="213359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Azure AI Search and Azure OpenAI Service">
            <a:extLst>
              <a:ext uri="{FF2B5EF4-FFF2-40B4-BE49-F238E27FC236}">
                <a16:creationId xmlns:a16="http://schemas.microsoft.com/office/drawing/2014/main" id="{992CC068-00D5-A223-012F-39A7B5ADDB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8233" y="2936881"/>
            <a:ext cx="855944" cy="59118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8994A0C-AC6C-F8F5-28BE-F2F4B9612178}"/>
              </a:ext>
            </a:extLst>
          </p:cNvPr>
          <p:cNvSpPr txBox="1"/>
          <p:nvPr/>
        </p:nvSpPr>
        <p:spPr>
          <a:xfrm>
            <a:off x="5989807" y="2390905"/>
            <a:ext cx="1066319" cy="20774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 defTabSz="685800">
              <a:defRPr/>
            </a:pPr>
            <a:r>
              <a:rPr lang="en-US" sz="750">
                <a:ln w="3175">
                  <a:noFill/>
                </a:ln>
                <a:gradFill>
                  <a:gsLst>
                    <a:gs pos="2752">
                      <a:srgbClr val="000000"/>
                    </a:gs>
                    <a:gs pos="60000">
                      <a:srgbClr val="000000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Agent to Agent NLQ</a:t>
            </a:r>
            <a:endParaRPr lang="en-US" sz="75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58" name="Picture 57" descr="Bronze">
            <a:extLst>
              <a:ext uri="{FF2B5EF4-FFF2-40B4-BE49-F238E27FC236}">
                <a16:creationId xmlns:a16="http://schemas.microsoft.com/office/drawing/2014/main" id="{A8DBDE4C-3482-CB32-33EB-DFA6DEC6D4C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38681" y="2816799"/>
            <a:ext cx="262220" cy="338447"/>
          </a:xfrm>
          <a:prstGeom prst="rect">
            <a:avLst/>
          </a:prstGeom>
        </p:spPr>
      </p:pic>
      <p:pic>
        <p:nvPicPr>
          <p:cNvPr id="59" name="Picture 58" descr="Silver">
            <a:extLst>
              <a:ext uri="{FF2B5EF4-FFF2-40B4-BE49-F238E27FC236}">
                <a16:creationId xmlns:a16="http://schemas.microsoft.com/office/drawing/2014/main" id="{4950ECD2-24E3-397E-D0D1-CFCE0CD3123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24911" y="2805771"/>
            <a:ext cx="229700" cy="360501"/>
          </a:xfrm>
          <a:prstGeom prst="rect">
            <a:avLst/>
          </a:prstGeom>
        </p:spPr>
      </p:pic>
      <p:pic>
        <p:nvPicPr>
          <p:cNvPr id="60" name="Picture 59" descr="Gold">
            <a:extLst>
              <a:ext uri="{FF2B5EF4-FFF2-40B4-BE49-F238E27FC236}">
                <a16:creationId xmlns:a16="http://schemas.microsoft.com/office/drawing/2014/main" id="{8565FBAF-8F01-4492-0421-13ADA889410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12049" y="2814385"/>
            <a:ext cx="199016" cy="335654"/>
          </a:xfrm>
          <a:prstGeom prst="rect">
            <a:avLst/>
          </a:prstGeom>
        </p:spPr>
      </p:pic>
      <p:pic>
        <p:nvPicPr>
          <p:cNvPr id="61" name="Picture 60" descr="Delta Lake">
            <a:extLst>
              <a:ext uri="{FF2B5EF4-FFF2-40B4-BE49-F238E27FC236}">
                <a16:creationId xmlns:a16="http://schemas.microsoft.com/office/drawing/2014/main" id="{EEB2C52A-7968-9FAB-94F0-F8ECC382104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27333" y="3179169"/>
            <a:ext cx="448673" cy="438776"/>
          </a:xfrm>
          <a:prstGeom prst="rect">
            <a:avLst/>
          </a:prstGeom>
        </p:spPr>
      </p:pic>
      <p:pic>
        <p:nvPicPr>
          <p:cNvPr id="62" name="Picture 2" descr="ADLS">
            <a:extLst>
              <a:ext uri="{FF2B5EF4-FFF2-40B4-BE49-F238E27FC236}">
                <a16:creationId xmlns:a16="http://schemas.microsoft.com/office/drawing/2014/main" id="{46F9A881-C121-7418-AB4D-FB87F482C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345" y="3215518"/>
            <a:ext cx="233743" cy="24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D237585-68F7-F2FD-7B53-18E933F2DC20}"/>
              </a:ext>
            </a:extLst>
          </p:cNvPr>
          <p:cNvSpPr txBox="1"/>
          <p:nvPr/>
        </p:nvSpPr>
        <p:spPr>
          <a:xfrm>
            <a:off x="7390753" y="3422489"/>
            <a:ext cx="324128" cy="161583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 defTabSz="685800">
              <a:defRPr/>
            </a:pPr>
            <a:r>
              <a:rPr lang="en-US" sz="450">
                <a:ln w="3175">
                  <a:noFill/>
                </a:ln>
                <a:gradFill>
                  <a:gsLst>
                    <a:gs pos="2752">
                      <a:srgbClr val="000000"/>
                    </a:gs>
                    <a:gs pos="60000">
                      <a:srgbClr val="000000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ADLS</a:t>
            </a:r>
            <a:endParaRPr lang="en-US" sz="450">
              <a:solidFill>
                <a:prstClr val="black"/>
              </a:solidFill>
              <a:latin typeface="Aptos" panose="02110004020202020204"/>
            </a:endParaRPr>
          </a:p>
        </p:txBody>
      </p:sp>
      <p:cxnSp>
        <p:nvCxnSpPr>
          <p:cNvPr id="1408" name="Connector: Elbow 159">
            <a:extLst>
              <a:ext uri="{FF2B5EF4-FFF2-40B4-BE49-F238E27FC236}">
                <a16:creationId xmlns:a16="http://schemas.microsoft.com/office/drawing/2014/main" id="{9DE75765-7E41-8063-7C86-D48C90428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9" idx="1"/>
            <a:endCxn id="58" idx="3"/>
          </p:cNvCxnSpPr>
          <p:nvPr/>
        </p:nvCxnSpPr>
        <p:spPr>
          <a:xfrm flipH="1">
            <a:off x="7400901" y="2986022"/>
            <a:ext cx="324010" cy="1"/>
          </a:xfrm>
          <a:prstGeom prst="straightConnector1">
            <a:avLst/>
          </a:prstGeom>
          <a:ln w="12700" cap="rnd">
            <a:solidFill>
              <a:schemeClr val="tx1"/>
            </a:solidFill>
            <a:headEnd type="stealth" w="lg" len="med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9" name="Connector: Elbow 162">
            <a:extLst>
              <a:ext uri="{FF2B5EF4-FFF2-40B4-BE49-F238E27FC236}">
                <a16:creationId xmlns:a16="http://schemas.microsoft.com/office/drawing/2014/main" id="{09279D2A-2F6E-19EC-AE97-B46EB56A0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0" idx="1"/>
            <a:endCxn id="59" idx="3"/>
          </p:cNvCxnSpPr>
          <p:nvPr/>
        </p:nvCxnSpPr>
        <p:spPr>
          <a:xfrm flipH="1">
            <a:off x="7954611" y="2982212"/>
            <a:ext cx="357439" cy="3810"/>
          </a:xfrm>
          <a:prstGeom prst="straightConnector1">
            <a:avLst/>
          </a:prstGeom>
          <a:ln w="12700" cap="rnd">
            <a:solidFill>
              <a:schemeClr val="tx1"/>
            </a:solidFill>
            <a:headEnd type="stealth" w="lg" len="med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0" name="Straight Connector 1409" descr="Arrow leading to">
            <a:extLst>
              <a:ext uri="{FF2B5EF4-FFF2-40B4-BE49-F238E27FC236}">
                <a16:creationId xmlns:a16="http://schemas.microsoft.com/office/drawing/2014/main" id="{BB93DB2A-D9FB-FFA6-210A-A0D718B5C867}"/>
              </a:ext>
            </a:extLst>
          </p:cNvPr>
          <p:cNvCxnSpPr>
            <a:cxnSpLocks/>
          </p:cNvCxnSpPr>
          <p:nvPr/>
        </p:nvCxnSpPr>
        <p:spPr>
          <a:xfrm flipH="1">
            <a:off x="7839760" y="3580064"/>
            <a:ext cx="3764" cy="487184"/>
          </a:xfrm>
          <a:prstGeom prst="line">
            <a:avLst/>
          </a:prstGeom>
          <a:ln w="1270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" name="Straight Connector 1410" descr="Arrow leading to">
            <a:extLst>
              <a:ext uri="{FF2B5EF4-FFF2-40B4-BE49-F238E27FC236}">
                <a16:creationId xmlns:a16="http://schemas.microsoft.com/office/drawing/2014/main" id="{AABAD3C4-A8DB-A0EA-626A-4D36CBA34553}"/>
              </a:ext>
            </a:extLst>
          </p:cNvPr>
          <p:cNvCxnSpPr>
            <a:cxnSpLocks/>
          </p:cNvCxnSpPr>
          <p:nvPr/>
        </p:nvCxnSpPr>
        <p:spPr>
          <a:xfrm flipH="1">
            <a:off x="5138896" y="3595148"/>
            <a:ext cx="3764" cy="487184"/>
          </a:xfrm>
          <a:prstGeom prst="line">
            <a:avLst/>
          </a:prstGeom>
          <a:ln w="1270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3" name="Group 1412" descr="Web app">
            <a:extLst>
              <a:ext uri="{FF2B5EF4-FFF2-40B4-BE49-F238E27FC236}">
                <a16:creationId xmlns:a16="http://schemas.microsoft.com/office/drawing/2014/main" id="{2EB5CFC2-BFC2-EB35-9EBA-CB71E5B9965B}"/>
              </a:ext>
            </a:extLst>
          </p:cNvPr>
          <p:cNvGrpSpPr/>
          <p:nvPr/>
        </p:nvGrpSpPr>
        <p:grpSpPr>
          <a:xfrm>
            <a:off x="4979596" y="1372005"/>
            <a:ext cx="545342" cy="375075"/>
            <a:chOff x="6492534" y="1817585"/>
            <a:chExt cx="753299" cy="5181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4DAB17F-49AF-EBDA-6842-385BB9A52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720343" y="1817585"/>
              <a:ext cx="297678" cy="297679"/>
            </a:xfrm>
            <a:prstGeom prst="rect">
              <a:avLst/>
            </a:prstGeom>
          </p:spPr>
        </p:pic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B49FCDB2-CA5E-3610-235F-E27E48AB2509}"/>
                </a:ext>
              </a:extLst>
            </p:cNvPr>
            <p:cNvSpPr txBox="1"/>
            <p:nvPr/>
          </p:nvSpPr>
          <p:spPr>
            <a:xfrm>
              <a:off x="6492534" y="2064660"/>
              <a:ext cx="753299" cy="271029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algn="ctr" defTabSz="685800">
                <a:defRPr/>
              </a:pPr>
              <a:r>
                <a:rPr lang="en-US" sz="675">
                  <a:ln w="3175">
                    <a:noFill/>
                  </a:ln>
                  <a:gradFill>
                    <a:gsLst>
                      <a:gs pos="2752">
                        <a:srgbClr val="000000"/>
                      </a:gs>
                      <a:gs pos="60000">
                        <a:srgbClr val="000000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rPr>
                <a:t>Web App</a:t>
              </a:r>
              <a:endParaRPr lang="en-US" sz="675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p:sp>
        <p:nvSpPr>
          <p:cNvPr id="1414" name="Left Brace 1413">
            <a:extLst>
              <a:ext uri="{FF2B5EF4-FFF2-40B4-BE49-F238E27FC236}">
                <a16:creationId xmlns:a16="http://schemas.microsoft.com/office/drawing/2014/main" id="{F18E5CAF-ACB6-F1B9-8E76-E6C2899F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440097" y="1012816"/>
            <a:ext cx="165108" cy="5035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black"/>
              </a:solidFill>
              <a:latin typeface="Aptos" panose="02110004020202020204"/>
            </a:endParaRPr>
          </a:p>
        </p:txBody>
      </p:sp>
      <p:cxnSp>
        <p:nvCxnSpPr>
          <p:cNvPr id="1419" name="Straight Connector 54" descr="Arrow leading to">
            <a:extLst>
              <a:ext uri="{FF2B5EF4-FFF2-40B4-BE49-F238E27FC236}">
                <a16:creationId xmlns:a16="http://schemas.microsoft.com/office/drawing/2014/main" id="{EE4A5E90-707D-B816-3DBD-D34CA4DFBA02}"/>
              </a:ext>
            </a:extLst>
          </p:cNvPr>
          <p:cNvCxnSpPr>
            <a:cxnSpLocks/>
            <a:endCxn id="1412" idx="2"/>
          </p:cNvCxnSpPr>
          <p:nvPr/>
        </p:nvCxnSpPr>
        <p:spPr>
          <a:xfrm rot="16200000" flipV="1">
            <a:off x="5104762" y="1894586"/>
            <a:ext cx="501135" cy="206123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43157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36 -4.81481E-6 L -8.33333E-7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0.0287 L -1.25E-6 2.22222E-6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96C7"/>
                </a:solidFill>
              </a:rPr>
              <a:t>VALUE PROPOSITION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Why this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4069080" cy="157276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536192"/>
            <a:ext cx="384048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47872" y="1481328"/>
            <a:ext cx="74980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547872" y="14813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152B"/>
                </a:solidFill>
              </a:rPr>
              <a:t>0 copies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 data movement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20116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CE8F0"/>
                </a:solidFill>
              </a:rPr>
              <a:t>Genie queries run inside Databricks. Only the result set travels to Foundry — your data never leaves your lakehouse.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45152" y="1371600"/>
            <a:ext cx="4069080" cy="157276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536192"/>
            <a:ext cx="384048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845552" y="1481328"/>
            <a:ext cx="74980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7845552" y="14813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152B"/>
                </a:solidFill>
              </a:rPr>
              <a:t>Day 1 ready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285232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Reuse existing investments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82312" y="20116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CE8F0"/>
                </a:solidFill>
              </a:rPr>
              <a:t>No rebuild required. Your Genie Spaces, Unity Catalog governance, and Delta Lake tables work as-is.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7472" y="3108960"/>
            <a:ext cx="4069080" cy="157276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273552"/>
            <a:ext cx="384048" cy="38404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547872" y="3218688"/>
            <a:ext cx="74980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/>
          <p:nvPr/>
        </p:nvSpPr>
        <p:spPr>
          <a:xfrm>
            <a:off x="3547872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152B"/>
                </a:solidFill>
              </a:rPr>
              <a:t>Live data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987552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agents with real data IQ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4632" y="37490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CE8F0"/>
                </a:solidFill>
              </a:rPr>
              <a:t>Foundry agents can now answer deep analytical questions — not just retrieve documents — using your live enterprise data.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45152" y="3108960"/>
            <a:ext cx="4069080" cy="157276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273552"/>
            <a:ext cx="384048" cy="38404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845552" y="3218688"/>
            <a:ext cx="74980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7845552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152B"/>
                </a:solidFill>
              </a:rPr>
              <a:t>Compliant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5285232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Governed &amp; auditable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782312" y="37490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CE8F0"/>
                </a:solidFill>
              </a:rPr>
              <a:t>Every Genie query is logged in Databricks audit logs. Unity Catalog ACLs apply automatically — no new permission model.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85BCAE-A131-CEA5-26F8-71D60970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FE0A2D-77E8-A523-36A8-5E2FEC85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85" y="272014"/>
            <a:ext cx="8272462" cy="411956"/>
          </a:xfrm>
        </p:spPr>
        <p:txBody>
          <a:bodyPr/>
          <a:lstStyle/>
          <a:p>
            <a:r>
              <a:rPr lang="en-US" sz="2400"/>
              <a:t>Azure Databricks and AI Foundry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424EE0-721D-7A4D-B5E8-57B11D352F6B}"/>
              </a:ext>
            </a:extLst>
          </p:cNvPr>
          <p:cNvGrpSpPr/>
          <p:nvPr/>
        </p:nvGrpSpPr>
        <p:grpSpPr>
          <a:xfrm>
            <a:off x="1067046" y="758971"/>
            <a:ext cx="7006091" cy="2366692"/>
            <a:chOff x="261143" y="919034"/>
            <a:chExt cx="9341454" cy="3155589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04C342E-76D3-9C17-0887-7B036946D52B}"/>
                </a:ext>
              </a:extLst>
            </p:cNvPr>
            <p:cNvGrpSpPr/>
            <p:nvPr/>
          </p:nvGrpSpPr>
          <p:grpSpPr>
            <a:xfrm>
              <a:off x="271580" y="2286076"/>
              <a:ext cx="1936063" cy="904503"/>
              <a:chOff x="-29210" y="4266629"/>
              <a:chExt cx="1936063" cy="904503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5424F4B6-009C-C71B-6CCD-085E5FFB2296}"/>
                  </a:ext>
                </a:extLst>
              </p:cNvPr>
              <p:cNvGrpSpPr/>
              <p:nvPr/>
            </p:nvGrpSpPr>
            <p:grpSpPr>
              <a:xfrm>
                <a:off x="595063" y="4266629"/>
                <a:ext cx="687518" cy="812169"/>
                <a:chOff x="6883795" y="3911789"/>
                <a:chExt cx="687518" cy="812169"/>
              </a:xfrm>
            </p:grpSpPr>
            <p:pic>
              <p:nvPicPr>
                <p:cNvPr id="92" name="Picture 91" descr="A red and black logo&#10;&#10;Description automatically generated">
                  <a:extLst>
                    <a:ext uri="{FF2B5EF4-FFF2-40B4-BE49-F238E27FC236}">
                      <a16:creationId xmlns:a16="http://schemas.microsoft.com/office/drawing/2014/main" id="{52EF1035-B073-B83A-523D-38F8E80AE0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79707" y="3911789"/>
                  <a:ext cx="457200" cy="457200"/>
                </a:xfrm>
                <a:prstGeom prst="rect">
                  <a:avLst/>
                </a:prstGeom>
              </p:spPr>
            </p:pic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AC2F3B2-7AD5-9018-6BA1-E541864490DE}"/>
                    </a:ext>
                  </a:extLst>
                </p:cNvPr>
                <p:cNvSpPr txBox="1"/>
                <p:nvPr/>
              </p:nvSpPr>
              <p:spPr>
                <a:xfrm>
                  <a:off x="6883795" y="4323849"/>
                  <a:ext cx="687518" cy="400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/>
                  <a:r>
                    <a:rPr lang="en-US" sz="675">
                      <a:solidFill>
                        <a:srgbClr val="000000"/>
                      </a:solidFill>
                      <a:latin typeface="Segoe UI"/>
                    </a:rPr>
                    <a:t>Unity Catalog</a:t>
                  </a:r>
                </a:p>
              </p:txBody>
            </p: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B89196-CAA0-D7F3-FA17-6EE2EBA541D3}"/>
                  </a:ext>
                </a:extLst>
              </p:cNvPr>
              <p:cNvSpPr txBox="1"/>
              <p:nvPr/>
            </p:nvSpPr>
            <p:spPr>
              <a:xfrm>
                <a:off x="-29210" y="5048021"/>
                <a:ext cx="193606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685775">
                  <a:defRPr/>
                </a:pPr>
                <a:r>
                  <a:rPr lang="en-US" sz="600" kern="0">
                    <a:solidFill>
                      <a:srgbClr val="FFFFFF">
                        <a:lumMod val="50000"/>
                      </a:srgb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Calibri"/>
                  </a:rPr>
                  <a:t>catadb360dev.golddb.</a:t>
                </a:r>
                <a:r>
                  <a:rPr lang="en-US" sz="600" b="1" kern="0">
                    <a:solidFill>
                      <a:srgbClr val="FFFFFF">
                        <a:lumMod val="50000"/>
                      </a:srgb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Calibri"/>
                  </a:rPr>
                  <a:t>nyc_yellow_taxi</a:t>
                </a:r>
                <a:endParaRPr lang="en-US" sz="450" b="1" kern="0">
                  <a:solidFill>
                    <a:srgbClr val="FFFFFF">
                      <a:lumMod val="50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A32E8F4-C1CE-2278-6F9D-2D2C4169911F}"/>
                </a:ext>
              </a:extLst>
            </p:cNvPr>
            <p:cNvCxnSpPr>
              <a:cxnSpLocks/>
              <a:stCxn id="92" idx="3"/>
              <a:endCxn id="5" idx="1"/>
            </p:cNvCxnSpPr>
            <p:nvPr/>
          </p:nvCxnSpPr>
          <p:spPr>
            <a:xfrm>
              <a:off x="1448965" y="2514676"/>
              <a:ext cx="1698813" cy="686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FD8DA17-FE1B-7E29-B11D-0EB7986BF093}"/>
                </a:ext>
              </a:extLst>
            </p:cNvPr>
            <p:cNvGrpSpPr/>
            <p:nvPr/>
          </p:nvGrpSpPr>
          <p:grpSpPr>
            <a:xfrm>
              <a:off x="1905625" y="954730"/>
              <a:ext cx="788865" cy="1128925"/>
              <a:chOff x="1930125" y="1060823"/>
              <a:chExt cx="788865" cy="1128925"/>
            </a:xfrm>
          </p:grpSpPr>
          <p:pic>
            <p:nvPicPr>
              <p:cNvPr id="74" name="Picture 73" descr="A red line with black background&#10;&#10;Description automatically generated with medium confidence">
                <a:extLst>
                  <a:ext uri="{FF2B5EF4-FFF2-40B4-BE49-F238E27FC236}">
                    <a16:creationId xmlns:a16="http://schemas.microsoft.com/office/drawing/2014/main" id="{85348F53-77D4-B972-F690-693E283CB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52644" y="1060823"/>
                <a:ext cx="548640" cy="548640"/>
              </a:xfrm>
              <a:prstGeom prst="rect">
                <a:avLst/>
              </a:prstGeom>
            </p:spPr>
          </p:pic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FCD6A9F-9728-DAE1-15FD-01C046AC0692}"/>
                  </a:ext>
                </a:extLst>
              </p:cNvPr>
              <p:cNvSpPr txBox="1"/>
              <p:nvPr/>
            </p:nvSpPr>
            <p:spPr>
              <a:xfrm>
                <a:off x="1930125" y="1604972"/>
                <a:ext cx="788865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US" sz="750">
                    <a:solidFill>
                      <a:srgbClr val="000000"/>
                    </a:solidFill>
                    <a:latin typeface="Segoe UI"/>
                  </a:rPr>
                  <a:t>Azure Databricks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6600C543-2960-44F4-42F3-B726D214832A}"/>
                </a:ext>
              </a:extLst>
            </p:cNvPr>
            <p:cNvGrpSpPr/>
            <p:nvPr/>
          </p:nvGrpSpPr>
          <p:grpSpPr>
            <a:xfrm>
              <a:off x="6429733" y="919034"/>
              <a:ext cx="788865" cy="993970"/>
              <a:chOff x="6194532" y="1152263"/>
              <a:chExt cx="788865" cy="993970"/>
            </a:xfrm>
          </p:grpSpPr>
          <p:pic>
            <p:nvPicPr>
              <p:cNvPr id="97" name="Picture 96" descr="A blue and pink ribbon&#10;&#10;AI-generated content may be incorrect.">
                <a:extLst>
                  <a:ext uri="{FF2B5EF4-FFF2-40B4-BE49-F238E27FC236}">
                    <a16:creationId xmlns:a16="http://schemas.microsoft.com/office/drawing/2014/main" id="{D3C7A5ED-F931-A2B4-1E62-0D3A3B770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14645" y="1152263"/>
                <a:ext cx="548640" cy="548640"/>
              </a:xfrm>
              <a:prstGeom prst="rect">
                <a:avLst/>
              </a:prstGeom>
            </p:spPr>
          </p:pic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DE91188-7EF3-7CC4-C2F9-5A691F203ABD}"/>
                  </a:ext>
                </a:extLst>
              </p:cNvPr>
              <p:cNvSpPr txBox="1"/>
              <p:nvPr/>
            </p:nvSpPr>
            <p:spPr>
              <a:xfrm>
                <a:off x="6194532" y="1715346"/>
                <a:ext cx="7888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US" sz="750">
                    <a:solidFill>
                      <a:srgbClr val="000000"/>
                    </a:solidFill>
                    <a:latin typeface="Segoe UI"/>
                  </a:rPr>
                  <a:t>Azure AI Foundry</a:t>
                </a:r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66066843-7BF2-BD36-88EC-E7558BBB9208}"/>
                </a:ext>
              </a:extLst>
            </p:cNvPr>
            <p:cNvGrpSpPr/>
            <p:nvPr/>
          </p:nvGrpSpPr>
          <p:grpSpPr>
            <a:xfrm>
              <a:off x="4841616" y="1601404"/>
              <a:ext cx="788865" cy="1029944"/>
              <a:chOff x="6194531" y="2404310"/>
              <a:chExt cx="788865" cy="1029944"/>
            </a:xfrm>
          </p:grpSpPr>
          <p:pic>
            <p:nvPicPr>
              <p:cNvPr id="98" name="Picture 97" descr="A blue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978CE296-5955-8049-DB41-73945BBFB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86120" y="2404310"/>
                <a:ext cx="405685" cy="457200"/>
              </a:xfrm>
              <a:prstGeom prst="rect">
                <a:avLst/>
              </a:prstGeom>
            </p:spPr>
          </p:pic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3B031F9-FD97-9AC3-2996-605BF66C49E2}"/>
                  </a:ext>
                </a:extLst>
              </p:cNvPr>
              <p:cNvSpPr txBox="1"/>
              <p:nvPr/>
            </p:nvSpPr>
            <p:spPr>
              <a:xfrm>
                <a:off x="6194531" y="2849478"/>
                <a:ext cx="788865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US" sz="750">
                    <a:solidFill>
                      <a:srgbClr val="000000"/>
                    </a:solidFill>
                    <a:latin typeface="Segoe UI"/>
                  </a:rPr>
                  <a:t>Azure AI Foundry Project</a:t>
                </a:r>
              </a:p>
            </p:txBody>
          </p:sp>
        </p:grp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CF88A5CC-11BB-48C4-FA54-C7438C8D9800}"/>
                </a:ext>
              </a:extLst>
            </p:cNvPr>
            <p:cNvSpPr/>
            <p:nvPr/>
          </p:nvSpPr>
          <p:spPr>
            <a:xfrm>
              <a:off x="261143" y="1513301"/>
              <a:ext cx="4077831" cy="2561322"/>
            </a:xfrm>
            <a:prstGeom prst="roundRect">
              <a:avLst/>
            </a:prstGeom>
            <a:noFill/>
            <a:ln w="127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srgbClr val="FFFFFF"/>
                </a:solidFill>
                <a:latin typeface="Segoe UI"/>
              </a:endParaRP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5FA81787-DAC0-2F40-9918-DECF24C4D35F}"/>
                </a:ext>
              </a:extLst>
            </p:cNvPr>
            <p:cNvSpPr/>
            <p:nvPr/>
          </p:nvSpPr>
          <p:spPr>
            <a:xfrm>
              <a:off x="4927206" y="1450349"/>
              <a:ext cx="3854530" cy="2561322"/>
            </a:xfrm>
            <a:prstGeom prst="roundRect">
              <a:avLst/>
            </a:prstGeom>
            <a:noFill/>
            <a:ln w="12700">
              <a:solidFill>
                <a:srgbClr val="1571EC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srgbClr val="FFFFFF"/>
                </a:solidFill>
                <a:latin typeface="Segoe UI"/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B67B9465-4BF9-0CD5-E1B8-DA054223DC19}"/>
                </a:ext>
              </a:extLst>
            </p:cNvPr>
            <p:cNvSpPr/>
            <p:nvPr/>
          </p:nvSpPr>
          <p:spPr>
            <a:xfrm>
              <a:off x="4948575" y="1982807"/>
              <a:ext cx="2733588" cy="1987378"/>
            </a:xfrm>
            <a:prstGeom prst="roundRect">
              <a:avLst/>
            </a:prstGeom>
            <a:noFill/>
            <a:ln w="12700">
              <a:solidFill>
                <a:srgbClr val="AEE9FC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08799D8-D0F1-EE08-EA3C-F07A7EC94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390486" y="2788888"/>
              <a:ext cx="914400" cy="682089"/>
              <a:chOff x="4956744" y="2454172"/>
              <a:chExt cx="2282458" cy="1250798"/>
            </a:xfrm>
            <a:gradFill flip="none" rotWithShape="1">
              <a:gsLst>
                <a:gs pos="0">
                  <a:srgbClr val="C03BC4"/>
                </a:gs>
                <a:gs pos="100000">
                  <a:srgbClr val="0078D4"/>
                </a:gs>
              </a:gsLst>
              <a:lin ang="2700000" scaled="1"/>
              <a:tileRect/>
            </a:gradFill>
          </p:grpSpPr>
          <p:sp>
            <p:nvSpPr>
              <p:cNvPr id="111" name="Rectangle: Rounded Corners 12">
                <a:extLst>
                  <a:ext uri="{FF2B5EF4-FFF2-40B4-BE49-F238E27FC236}">
                    <a16:creationId xmlns:a16="http://schemas.microsoft.com/office/drawing/2014/main" id="{7BD51DED-D6CB-7C47-042E-0CEB0495AFC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956744" y="2454172"/>
                <a:ext cx="2282458" cy="335361"/>
              </a:xfrm>
              <a:prstGeom prst="roundRect">
                <a:avLst>
                  <a:gd name="adj" fmla="val 31494"/>
                </a:avLst>
              </a:prstGeom>
              <a:grpFill/>
            </p:spPr>
            <p:txBody>
              <a:bodyPr wrap="square" lIns="0" tIns="0" rIns="0" bIns="34290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ts val="200"/>
                  </a:spcBef>
                  <a:spcAft>
                    <a:spcPct val="0"/>
                  </a:spcAft>
                  <a:tabLst>
                    <a:tab pos="3701239" algn="l"/>
                  </a:tabLst>
                  <a:defRPr sz="1100" b="1">
                    <a:ln w="3175">
                      <a:noFill/>
                    </a:ln>
                    <a:gradFill>
                      <a:gsLst>
                        <a:gs pos="9174">
                          <a:srgbClr val="000000"/>
                        </a:gs>
                        <a:gs pos="42000">
                          <a:srgbClr val="000000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</a:lstStyle>
              <a:p>
                <a:pPr defTabSz="1706888">
                  <a:spcBef>
                    <a:spcPts val="150"/>
                  </a:spcBef>
                  <a:tabLst>
                    <a:tab pos="2775929" algn="l"/>
                  </a:tabLst>
                  <a:defRPr/>
                </a:pPr>
                <a:r>
                  <a:rPr lang="en-US" sz="675">
                    <a:solidFill>
                      <a:srgbClr val="FFFFFF"/>
                    </a:solidFill>
                    <a:latin typeface="Segoe Sans Display Semibold" pitchFamily="2" charset="0"/>
                    <a:cs typeface="Segoe Sans Display Semibold" pitchFamily="2" charset="0"/>
                  </a:rPr>
                  <a:t>LLM</a:t>
                </a:r>
              </a:p>
            </p:txBody>
          </p:sp>
          <p:sp>
            <p:nvSpPr>
              <p:cNvPr id="112" name="Rectangle: Rounded Corners 12">
                <a:extLst>
                  <a:ext uri="{FF2B5EF4-FFF2-40B4-BE49-F238E27FC236}">
                    <a16:creationId xmlns:a16="http://schemas.microsoft.com/office/drawing/2014/main" id="{05A931F0-031F-E7B7-339A-A4D18C42477B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956744" y="2911888"/>
                <a:ext cx="2282458" cy="335361"/>
              </a:xfrm>
              <a:prstGeom prst="roundRect">
                <a:avLst>
                  <a:gd name="adj" fmla="val 31494"/>
                </a:avLst>
              </a:prstGeom>
              <a:grpFill/>
            </p:spPr>
            <p:txBody>
              <a:bodyPr wrap="square" lIns="0" tIns="0" rIns="0" bIns="34290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ts val="200"/>
                  </a:spcBef>
                  <a:spcAft>
                    <a:spcPct val="0"/>
                  </a:spcAft>
                  <a:tabLst>
                    <a:tab pos="3701239" algn="l"/>
                  </a:tabLst>
                  <a:defRPr sz="1100" b="1">
                    <a:ln w="3175">
                      <a:noFill/>
                    </a:ln>
                    <a:gradFill>
                      <a:gsLst>
                        <a:gs pos="9174">
                          <a:srgbClr val="000000"/>
                        </a:gs>
                        <a:gs pos="42000">
                          <a:srgbClr val="000000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</a:lstStyle>
              <a:p>
                <a:pPr defTabSz="1706888">
                  <a:spcBef>
                    <a:spcPts val="150"/>
                  </a:spcBef>
                  <a:tabLst>
                    <a:tab pos="2775929" algn="l"/>
                  </a:tabLst>
                  <a:defRPr/>
                </a:pPr>
                <a:r>
                  <a:rPr lang="en-US" sz="675">
                    <a:solidFill>
                      <a:srgbClr val="FFFFFF"/>
                    </a:solidFill>
                    <a:latin typeface="Segoe Sans Display Semibold" pitchFamily="2" charset="0"/>
                    <a:cs typeface="Segoe Sans Display Semibold" pitchFamily="2" charset="0"/>
                  </a:rPr>
                  <a:t>Instructions</a:t>
                </a:r>
              </a:p>
            </p:txBody>
          </p:sp>
          <p:sp>
            <p:nvSpPr>
              <p:cNvPr id="113" name="Rectangle: Rounded Corners 12">
                <a:extLst>
                  <a:ext uri="{FF2B5EF4-FFF2-40B4-BE49-F238E27FC236}">
                    <a16:creationId xmlns:a16="http://schemas.microsoft.com/office/drawing/2014/main" id="{B4886295-0C59-F273-2BAA-2253ADF45A4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956744" y="3369609"/>
                <a:ext cx="2282458" cy="335361"/>
              </a:xfrm>
              <a:prstGeom prst="roundRect">
                <a:avLst>
                  <a:gd name="adj" fmla="val 31494"/>
                </a:avLst>
              </a:prstGeom>
              <a:grpFill/>
            </p:spPr>
            <p:txBody>
              <a:bodyPr wrap="square" lIns="0" tIns="0" rIns="0" bIns="34290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ts val="200"/>
                  </a:spcBef>
                  <a:spcAft>
                    <a:spcPct val="0"/>
                  </a:spcAft>
                  <a:tabLst>
                    <a:tab pos="3701239" algn="l"/>
                  </a:tabLst>
                  <a:defRPr sz="1100" b="1">
                    <a:ln w="3175">
                      <a:noFill/>
                    </a:ln>
                    <a:gradFill>
                      <a:gsLst>
                        <a:gs pos="9174">
                          <a:srgbClr val="000000"/>
                        </a:gs>
                        <a:gs pos="42000">
                          <a:srgbClr val="000000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</a:lstStyle>
              <a:p>
                <a:pPr defTabSz="1706888">
                  <a:spcBef>
                    <a:spcPts val="150"/>
                  </a:spcBef>
                  <a:tabLst>
                    <a:tab pos="2775929" algn="l"/>
                  </a:tabLst>
                  <a:defRPr/>
                </a:pPr>
                <a:r>
                  <a:rPr lang="en-US" sz="675">
                    <a:solidFill>
                      <a:srgbClr val="FFFFFF"/>
                    </a:solidFill>
                    <a:latin typeface="Segoe Sans Display Semibold" pitchFamily="2" charset="0"/>
                    <a:cs typeface="Segoe Sans Display Semibold" pitchFamily="2" charset="0"/>
                  </a:rPr>
                  <a:t>Tools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F6651A05-F105-A014-D4A2-67ACD1B85986}"/>
                </a:ext>
              </a:extLst>
            </p:cNvPr>
            <p:cNvGrpSpPr/>
            <p:nvPr/>
          </p:nvGrpSpPr>
          <p:grpSpPr>
            <a:xfrm>
              <a:off x="6429733" y="2019043"/>
              <a:ext cx="788865" cy="763335"/>
              <a:chOff x="6279338" y="2271314"/>
              <a:chExt cx="788865" cy="763335"/>
            </a:xfrm>
          </p:grpSpPr>
          <p:pic>
            <p:nvPicPr>
              <p:cNvPr id="109" name="Picture 108" descr="A colorful hexagon with stars&#10;&#10;Description automatically generated">
                <a:extLst>
                  <a:ext uri="{FF2B5EF4-FFF2-40B4-BE49-F238E27FC236}">
                    <a16:creationId xmlns:a16="http://schemas.microsoft.com/office/drawing/2014/main" id="{43D49BBF-70F0-D7E5-5D4C-0F05B2B7CE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0064" y="2271314"/>
                <a:ext cx="548640" cy="548640"/>
              </a:xfrm>
              <a:prstGeom prst="rect">
                <a:avLst/>
              </a:prstGeom>
            </p:spPr>
          </p:pic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A8877F5-C888-3F78-0D8D-B83B11B154D4}"/>
                  </a:ext>
                </a:extLst>
              </p:cNvPr>
              <p:cNvSpPr txBox="1"/>
              <p:nvPr/>
            </p:nvSpPr>
            <p:spPr>
              <a:xfrm>
                <a:off x="6279338" y="2757651"/>
                <a:ext cx="788865" cy="27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US" sz="750">
                    <a:solidFill>
                      <a:srgbClr val="000000"/>
                    </a:solidFill>
                    <a:latin typeface="Segoe UI"/>
                  </a:rPr>
                  <a:t>Agent</a:t>
                </a:r>
              </a:p>
            </p:txBody>
          </p:sp>
        </p:grp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B2C10466-2EC8-FB55-74DB-5086F4A657ED}"/>
                </a:ext>
              </a:extLst>
            </p:cNvPr>
            <p:cNvSpPr/>
            <p:nvPr/>
          </p:nvSpPr>
          <p:spPr>
            <a:xfrm>
              <a:off x="5552575" y="2052241"/>
              <a:ext cx="2050112" cy="1858994"/>
            </a:xfrm>
            <a:prstGeom prst="roundRect">
              <a:avLst/>
            </a:prstGeom>
            <a:noFill/>
            <a:ln w="12700">
              <a:solidFill>
                <a:srgbClr val="DC62EA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62E6E74F-6CA7-F0C5-1157-6E374C751A23}"/>
                </a:ext>
              </a:extLst>
            </p:cNvPr>
            <p:cNvGrpSpPr/>
            <p:nvPr/>
          </p:nvGrpSpPr>
          <p:grpSpPr>
            <a:xfrm>
              <a:off x="7795192" y="2650304"/>
              <a:ext cx="788865" cy="822953"/>
              <a:chOff x="8064709" y="3124461"/>
              <a:chExt cx="788865" cy="822953"/>
            </a:xfrm>
          </p:grpSpPr>
          <p:pic>
            <p:nvPicPr>
              <p:cNvPr id="108" name="Picture 107" descr="A blue square with a black star&#10;&#10;">
                <a:extLst>
                  <a:ext uri="{FF2B5EF4-FFF2-40B4-BE49-F238E27FC236}">
                    <a16:creationId xmlns:a16="http://schemas.microsoft.com/office/drawing/2014/main" id="{C2C69987-7B94-64A8-F098-3655C0D89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30542" y="3124461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C7F51BA-8324-5410-CB81-122DFB27FF37}"/>
                  </a:ext>
                </a:extLst>
              </p:cNvPr>
              <p:cNvSpPr txBox="1"/>
              <p:nvPr/>
            </p:nvSpPr>
            <p:spPr>
              <a:xfrm>
                <a:off x="8064709" y="3516527"/>
                <a:ext cx="7888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US" sz="750">
                    <a:solidFill>
                      <a:srgbClr val="000000"/>
                    </a:solidFill>
                    <a:latin typeface="Segoe UI"/>
                  </a:rPr>
                  <a:t>Open AI Models</a:t>
                </a:r>
              </a:p>
            </p:txBody>
          </p:sp>
        </p:grp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20BE003-0544-A219-D972-067DBE8C08D9}"/>
                </a:ext>
              </a:extLst>
            </p:cNvPr>
            <p:cNvCxnSpPr>
              <a:stCxn id="111" idx="3"/>
              <a:endCxn id="108" idx="1"/>
            </p:cNvCxnSpPr>
            <p:nvPr/>
          </p:nvCxnSpPr>
          <p:spPr>
            <a:xfrm flipV="1">
              <a:off x="7304886" y="2878904"/>
              <a:ext cx="656139" cy="1424"/>
            </a:xfrm>
            <a:prstGeom prst="line">
              <a:avLst/>
            </a:prstGeom>
            <a:ln w="12700">
              <a:solidFill>
                <a:srgbClr val="1571EC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DBCBFD6-3BEE-1FFF-C011-804891597365}"/>
                </a:ext>
              </a:extLst>
            </p:cNvPr>
            <p:cNvGrpSpPr/>
            <p:nvPr/>
          </p:nvGrpSpPr>
          <p:grpSpPr>
            <a:xfrm>
              <a:off x="5619033" y="3157944"/>
              <a:ext cx="788865" cy="749649"/>
              <a:chOff x="5402692" y="3752026"/>
              <a:chExt cx="788865" cy="749649"/>
            </a:xfrm>
          </p:grpSpPr>
          <p:pic>
            <p:nvPicPr>
              <p:cNvPr id="124" name="Picture 123">
                <a:extLst>
                  <a:ext uri="{FF2B5EF4-FFF2-40B4-BE49-F238E27FC236}">
                    <a16:creationId xmlns:a16="http://schemas.microsoft.com/office/drawing/2014/main" id="{733FEEB6-951C-B2ED-706B-224DDB3AD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72064" y="3752026"/>
                <a:ext cx="258184" cy="274320"/>
              </a:xfrm>
              <a:prstGeom prst="rect">
                <a:avLst/>
              </a:prstGeom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A27C728-27D6-533F-FBC5-9C0AB2F02657}"/>
                  </a:ext>
                </a:extLst>
              </p:cNvPr>
              <p:cNvSpPr txBox="1"/>
              <p:nvPr/>
            </p:nvSpPr>
            <p:spPr>
              <a:xfrm>
                <a:off x="5402692" y="3978456"/>
                <a:ext cx="78886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US" sz="675">
                    <a:solidFill>
                      <a:srgbClr val="000000"/>
                    </a:solidFill>
                    <a:latin typeface="Segoe UI"/>
                  </a:rPr>
                  <a:t>Custom Function</a:t>
                </a:r>
              </a:p>
              <a:p>
                <a:pPr algn="ctr" defTabSz="685800"/>
                <a:r>
                  <a:rPr lang="en-US" sz="600" err="1">
                    <a:solidFill>
                      <a:srgbClr val="FFFFFF">
                        <a:lumMod val="50000"/>
                      </a:srgbClr>
                    </a:solidFill>
                    <a:latin typeface="Segoe UI"/>
                  </a:rPr>
                  <a:t>ask_genie</a:t>
                </a:r>
                <a:endParaRPr lang="en-US" sz="600">
                  <a:solidFill>
                    <a:srgbClr val="FFFFFF">
                      <a:lumMod val="50000"/>
                    </a:srgbClr>
                  </a:solidFill>
                  <a:latin typeface="Segoe UI"/>
                </a:endParaRPr>
              </a:p>
            </p:txBody>
          </p:sp>
        </p:grp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2DF2D6F-CFDF-3871-E7D6-C114BCFCF2FC}"/>
                </a:ext>
              </a:extLst>
            </p:cNvPr>
            <p:cNvCxnSpPr>
              <a:cxnSpLocks/>
              <a:stCxn id="5" idx="3"/>
              <a:endCxn id="124" idx="1"/>
            </p:cNvCxnSpPr>
            <p:nvPr/>
          </p:nvCxnSpPr>
          <p:spPr>
            <a:xfrm>
              <a:off x="3604978" y="2521542"/>
              <a:ext cx="2283427" cy="773562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D8208AD0-143A-B7C9-5668-A4405A6BFBE1}"/>
                </a:ext>
              </a:extLst>
            </p:cNvPr>
            <p:cNvGrpSpPr/>
            <p:nvPr/>
          </p:nvGrpSpPr>
          <p:grpSpPr>
            <a:xfrm>
              <a:off x="8813732" y="2125499"/>
              <a:ext cx="788865" cy="622762"/>
              <a:chOff x="6494664" y="4641714"/>
              <a:chExt cx="788865" cy="622762"/>
            </a:xfrm>
          </p:grpSpPr>
          <p:pic>
            <p:nvPicPr>
              <p:cNvPr id="132" name="Picture 131" descr="A blue logo with a black background">
                <a:extLst>
                  <a:ext uri="{FF2B5EF4-FFF2-40B4-BE49-F238E27FC236}">
                    <a16:creationId xmlns:a16="http://schemas.microsoft.com/office/drawing/2014/main" id="{53579C58-0F61-054D-F470-E0ACFB19C3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98444" y="4641714"/>
                <a:ext cx="381307" cy="365760"/>
              </a:xfrm>
              <a:prstGeom prst="rect">
                <a:avLst/>
              </a:prstGeom>
            </p:spPr>
          </p:pic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3DCB683-D4F0-5881-2AD6-7B06024C3B2E}"/>
                  </a:ext>
                </a:extLst>
              </p:cNvPr>
              <p:cNvSpPr txBox="1"/>
              <p:nvPr/>
            </p:nvSpPr>
            <p:spPr>
              <a:xfrm>
                <a:off x="6494664" y="4987478"/>
                <a:ext cx="788865" cy="276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US" sz="750">
                    <a:solidFill>
                      <a:srgbClr val="000000"/>
                    </a:solidFill>
                    <a:latin typeface="Segoe UI"/>
                  </a:rPr>
                  <a:t>VS Code</a:t>
                </a:r>
              </a:p>
            </p:txBody>
          </p:sp>
        </p:grp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1937788-21C6-EE34-56C4-6C279E74D797}"/>
                </a:ext>
              </a:extLst>
            </p:cNvPr>
            <p:cNvCxnSpPr>
              <a:cxnSpLocks/>
              <a:stCxn id="132" idx="1"/>
              <a:endCxn id="109" idx="3"/>
            </p:cNvCxnSpPr>
            <p:nvPr/>
          </p:nvCxnSpPr>
          <p:spPr>
            <a:xfrm flipH="1" flipV="1">
              <a:off x="7119099" y="2293363"/>
              <a:ext cx="1898413" cy="15016"/>
            </a:xfrm>
            <a:prstGeom prst="line">
              <a:avLst/>
            </a:prstGeom>
            <a:ln>
              <a:solidFill>
                <a:srgbClr val="23AAF2"/>
              </a:solidFill>
              <a:prstDash val="dash"/>
              <a:headEnd type="non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1F68E7F-CF24-B9AE-D408-3E619BD8122A}"/>
                </a:ext>
              </a:extLst>
            </p:cNvPr>
            <p:cNvGrpSpPr/>
            <p:nvPr/>
          </p:nvGrpSpPr>
          <p:grpSpPr>
            <a:xfrm>
              <a:off x="3026506" y="2292942"/>
              <a:ext cx="687518" cy="867285"/>
              <a:chOff x="2612897" y="2297543"/>
              <a:chExt cx="687518" cy="867285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E6CE3-2A1E-481A-9B1F-2DAE4EE7755C}"/>
                  </a:ext>
                </a:extLst>
              </p:cNvPr>
              <p:cNvSpPr txBox="1"/>
              <p:nvPr/>
            </p:nvSpPr>
            <p:spPr>
              <a:xfrm>
                <a:off x="2612897" y="2764718"/>
                <a:ext cx="6875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US" sz="675">
                    <a:solidFill>
                      <a:srgbClr val="000000"/>
                    </a:solidFill>
                    <a:latin typeface="Segoe UI"/>
                  </a:rPr>
                  <a:t>Genie Space</a:t>
                </a:r>
              </a:p>
            </p:txBody>
          </p:sp>
          <p:pic>
            <p:nvPicPr>
              <p:cNvPr id="5" name="Picture 4" descr="The image depicts a human brain silhouette with a series of interconnected nodes, symbolizing neural connections.&#10;&#10;AI-generated content may be incorrect.">
                <a:extLst>
                  <a:ext uri="{FF2B5EF4-FFF2-40B4-BE49-F238E27FC236}">
                    <a16:creationId xmlns:a16="http://schemas.microsoft.com/office/drawing/2014/main" id="{201FC690-5B63-0657-7510-5E9FEA1A10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34169" y="2297543"/>
                <a:ext cx="457200" cy="457200"/>
              </a:xfrm>
              <a:prstGeom prst="rect">
                <a:avLst/>
              </a:prstGeom>
            </p:spPr>
          </p:pic>
        </p:grpSp>
      </p:grpSp>
      <p:sp>
        <p:nvSpPr>
          <p:cNvPr id="16" name="Google Shape;831;p95">
            <a:extLst>
              <a:ext uri="{FF2B5EF4-FFF2-40B4-BE49-F238E27FC236}">
                <a16:creationId xmlns:a16="http://schemas.microsoft.com/office/drawing/2014/main" id="{E5DA27B9-6E89-2E8E-27A3-58EE7C36C8D5}"/>
              </a:ext>
            </a:extLst>
          </p:cNvPr>
          <p:cNvSpPr/>
          <p:nvPr/>
        </p:nvSpPr>
        <p:spPr>
          <a:xfrm>
            <a:off x="372124" y="3365013"/>
            <a:ext cx="2141798" cy="1209527"/>
          </a:xfrm>
          <a:prstGeom prst="roundRect">
            <a:avLst>
              <a:gd name="adj" fmla="val 3934"/>
            </a:avLst>
          </a:prstGeom>
          <a:gradFill>
            <a:gsLst>
              <a:gs pos="0">
                <a:srgbClr val="49C5B1"/>
              </a:gs>
              <a:gs pos="69000">
                <a:srgbClr val="0078D4"/>
              </a:gs>
            </a:gsLst>
            <a:lin ang="81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85800"/>
            <a:r>
              <a:rPr lang="en-US" sz="1200">
                <a:solidFill>
                  <a:srgbClr val="FFFFFF"/>
                </a:solidFill>
                <a:latin typeface="Segoe Sans Text" pitchFamily="2" charset="0"/>
                <a:ea typeface="+mn-ea"/>
                <a:cs typeface="Segoe Sans Text" pitchFamily="2" charset="0"/>
                <a:sym typeface="DM Sans"/>
              </a:rPr>
              <a:t>Governed data for AI</a:t>
            </a:r>
          </a:p>
          <a:p>
            <a:pPr algn="ctr" defTabSz="685800"/>
            <a:endParaRPr lang="en-US" sz="1200">
              <a:solidFill>
                <a:srgbClr val="FFFFFF"/>
              </a:solidFill>
              <a:latin typeface="Segoe Sans Text" pitchFamily="2" charset="0"/>
              <a:ea typeface="+mn-ea"/>
              <a:cs typeface="Segoe Sans Text" pitchFamily="2" charset="0"/>
              <a:sym typeface="DM Sans"/>
            </a:endParaRPr>
          </a:p>
          <a:p>
            <a:pPr algn="ctr" defTabSz="685800" fontAlgn="t">
              <a:lnSpc>
                <a:spcPts val="1125"/>
              </a:lnSpc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Unity Catalog &amp; Genie expose trusted data to AI Foundry.</a:t>
            </a:r>
          </a:p>
          <a:p>
            <a:pPr algn="ctr" defTabSz="685800"/>
            <a:endParaRPr sz="1200">
              <a:solidFill>
                <a:srgbClr val="FFFFFF"/>
              </a:solidFill>
              <a:latin typeface="Segoe Sans Text" pitchFamily="2" charset="0"/>
              <a:ea typeface="+mn-ea"/>
              <a:cs typeface="Segoe Sans Text" pitchFamily="2" charset="0"/>
              <a:sym typeface="DM Sans"/>
            </a:endParaRPr>
          </a:p>
        </p:txBody>
      </p:sp>
      <p:sp>
        <p:nvSpPr>
          <p:cNvPr id="17" name="Google Shape;831;p95">
            <a:extLst>
              <a:ext uri="{FF2B5EF4-FFF2-40B4-BE49-F238E27FC236}">
                <a16:creationId xmlns:a16="http://schemas.microsoft.com/office/drawing/2014/main" id="{072E9262-4CFB-40B4-FC14-8388C85FE8AB}"/>
              </a:ext>
            </a:extLst>
          </p:cNvPr>
          <p:cNvSpPr/>
          <p:nvPr/>
        </p:nvSpPr>
        <p:spPr>
          <a:xfrm>
            <a:off x="3272901" y="3369136"/>
            <a:ext cx="2141798" cy="1209527"/>
          </a:xfrm>
          <a:prstGeom prst="roundRect">
            <a:avLst>
              <a:gd name="adj" fmla="val 3934"/>
            </a:avLst>
          </a:prstGeom>
          <a:gradFill>
            <a:gsLst>
              <a:gs pos="0">
                <a:srgbClr val="49C5B1"/>
              </a:gs>
              <a:gs pos="69000">
                <a:srgbClr val="0078D4"/>
              </a:gs>
            </a:gsLst>
            <a:lin ang="81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85800"/>
            <a:r>
              <a:rPr lang="en-US" sz="1200">
                <a:solidFill>
                  <a:srgbClr val="FFFFFF"/>
                </a:solidFill>
                <a:latin typeface="Segoe Sans Text" pitchFamily="2" charset="0"/>
                <a:ea typeface="+mn-ea"/>
                <a:cs typeface="Segoe Sans Text" pitchFamily="2" charset="0"/>
                <a:sym typeface="DM Sans"/>
              </a:rPr>
              <a:t>LLM-driven analytics </a:t>
            </a:r>
          </a:p>
          <a:p>
            <a:pPr algn="ctr" defTabSz="685800"/>
            <a:endParaRPr lang="en-US" sz="1200">
              <a:solidFill>
                <a:srgbClr val="FFFFFF"/>
              </a:solidFill>
              <a:latin typeface="Segoe Sans Text" pitchFamily="2" charset="0"/>
              <a:ea typeface="+mn-ea"/>
              <a:cs typeface="Segoe Sans Text" pitchFamily="2" charset="0"/>
              <a:sym typeface="DM Sans"/>
            </a:endParaRPr>
          </a:p>
          <a:p>
            <a:pPr algn="ctr" defTabSz="685800" fontAlgn="t">
              <a:lnSpc>
                <a:spcPts val="1125"/>
              </a:lnSpc>
            </a:pPr>
            <a:r>
              <a:rPr lang="en-US" sz="1200">
                <a:latin typeface="Arial 16"/>
              </a:rPr>
              <a:t>Agents use tools and functions to query live data.</a:t>
            </a:r>
          </a:p>
          <a:p>
            <a:pPr algn="ctr" defTabSz="685800"/>
            <a:endParaRPr sz="1200" b="1">
              <a:solidFill>
                <a:srgbClr val="FFFFFF"/>
              </a:solidFill>
              <a:latin typeface="Segoe Sans Text" pitchFamily="2" charset="0"/>
              <a:ea typeface="+mn-ea"/>
              <a:cs typeface="Segoe Sans Text" pitchFamily="2" charset="0"/>
              <a:sym typeface="DM Sans"/>
            </a:endParaRPr>
          </a:p>
        </p:txBody>
      </p:sp>
      <p:sp>
        <p:nvSpPr>
          <p:cNvPr id="18" name="Google Shape;831;p95">
            <a:extLst>
              <a:ext uri="{FF2B5EF4-FFF2-40B4-BE49-F238E27FC236}">
                <a16:creationId xmlns:a16="http://schemas.microsoft.com/office/drawing/2014/main" id="{CE51E9EA-862C-BA49-D345-20B1D9CD9D1A}"/>
              </a:ext>
            </a:extLst>
          </p:cNvPr>
          <p:cNvSpPr/>
          <p:nvPr/>
        </p:nvSpPr>
        <p:spPr>
          <a:xfrm>
            <a:off x="6142219" y="3360729"/>
            <a:ext cx="2141798" cy="1209527"/>
          </a:xfrm>
          <a:prstGeom prst="roundRect">
            <a:avLst>
              <a:gd name="adj" fmla="val 3934"/>
            </a:avLst>
          </a:prstGeom>
          <a:gradFill>
            <a:gsLst>
              <a:gs pos="0">
                <a:srgbClr val="49C5B1"/>
              </a:gs>
              <a:gs pos="69000">
                <a:srgbClr val="0078D4"/>
              </a:gs>
            </a:gsLst>
            <a:lin ang="81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85800"/>
            <a:r>
              <a:rPr lang="en-US" sz="1200">
                <a:solidFill>
                  <a:srgbClr val="FFFFFF"/>
                </a:solidFill>
                <a:latin typeface="Segoe Sans Text" pitchFamily="2" charset="0"/>
                <a:ea typeface="+mn-ea"/>
                <a:cs typeface="Segoe Sans Text" pitchFamily="2" charset="0"/>
                <a:sym typeface="DM Sans"/>
              </a:rPr>
              <a:t>Clear responsibility split</a:t>
            </a:r>
          </a:p>
          <a:p>
            <a:pPr algn="ctr" defTabSz="685800"/>
            <a:endParaRPr lang="en-US" sz="1200">
              <a:solidFill>
                <a:srgbClr val="FFFFFF"/>
              </a:solidFill>
              <a:latin typeface="Segoe Sans Text" pitchFamily="2" charset="0"/>
              <a:ea typeface="+mn-ea"/>
              <a:cs typeface="Segoe Sans Text" pitchFamily="2" charset="0"/>
              <a:sym typeface="DM Sans"/>
            </a:endParaRPr>
          </a:p>
          <a:p>
            <a:pPr algn="ctr" defTabSz="685800" fontAlgn="t">
              <a:lnSpc>
                <a:spcPts val="1125"/>
              </a:lnSpc>
            </a:pPr>
            <a:r>
              <a:rPr lang="en-US" sz="1200">
                <a:latin typeface="Arial 16"/>
              </a:rPr>
              <a:t>Databricks governs data; AI Foundry builds and runs agents</a:t>
            </a:r>
          </a:p>
          <a:p>
            <a:pPr algn="ctr" defTabSz="685800"/>
            <a:endParaRPr sz="1200" b="1">
              <a:solidFill>
                <a:srgbClr val="FFFFFF"/>
              </a:solidFill>
              <a:latin typeface="Segoe Sans Text" pitchFamily="2" charset="0"/>
              <a:ea typeface="+mn-ea"/>
              <a:cs typeface="Segoe Sans Text" pitchFamily="2" charset="0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1094831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96C7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How Databricks Genie connects to Foundry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645920"/>
            <a:ext cx="1572768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47472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4505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Natural language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2377440"/>
            <a:ext cx="2011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084832" y="1645920"/>
            <a:ext cx="1572768" cy="14630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084832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Foundry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24505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AI orchestration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&amp; reasoning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2377440"/>
            <a:ext cx="2011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822192" y="1645920"/>
            <a:ext cx="1572768" cy="14630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822192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Genie MCP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22192" y="24505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MCP protocol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tool endpoint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2377440"/>
            <a:ext cx="2011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559552" y="1645920"/>
            <a:ext cx="1572768" cy="14630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559552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Databricks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Genie Space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24505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NL → SQL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translation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2377440"/>
            <a:ext cx="2011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296912" y="1645920"/>
            <a:ext cx="1572768" cy="146304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296912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Unity Catalog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Delta Lake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96912" y="24505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Governed data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CCE8F0"/>
                </a:solidFill>
              </a:rPr>
              <a:t>at rest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</a:rPr>
              <a:t>NL Query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0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</a:rPr>
              <a:t>MCP Call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94960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</a:rPr>
              <a:t>Genie API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64975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</a:rPr>
              <a:t>SQL + Results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7472" y="3337560"/>
            <a:ext cx="8430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2920" y="3429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</a:rPr>
              <a:t>Key architecture points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72160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No data leaves Databricks — queries execute in place, only results are returned to Foundry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Genie MCP Server runs as a serverless endpoint; no additional infrastructure required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Unity Catalog enforces row/column security automatically — the Foundry agent honours existing ACLs</a:t>
            </a:r>
            <a:endParaRPr lang="en-US" sz="9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96C7"/>
                </a:solidFill>
              </a:rPr>
              <a:t>SETUP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502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Setting it up in 4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566928" cy="166420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47472" y="19476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Create a Genie Space in Databricks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In your Databricks workspace, open Genie and create a new space. Select the Unity Catalog tables you want to expose. Add business context and curated questions.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45152" y="135331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45152" y="1353312"/>
            <a:ext cx="566928" cy="166420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45152" y="19476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444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Enable the Genie MCP Server endpoint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0" y="190195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In Databricks workspace settings, enable the Genie MCP Server. Copy the endpoint URL and generate a personal access token (PAT) for authentication.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18211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47472" y="3182112"/>
            <a:ext cx="566928" cy="166420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7472" y="37764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273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Add Genie as a tool in Foundry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373075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In Azure AI Foundry, navigate to your project's Tool Connections. Add a new MCP connection using the Genie endpoint URL and PAT. Name it 'databricks-genie'.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5152" y="318211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645152" y="3182112"/>
            <a:ext cx="566928" cy="166420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45152" y="377647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3273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Build your agent and test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0" y="373075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Create a Foundry agent and add the Genie tool. Write a system prompt that tells the agent when to use Genie. Test with natural language queries against your data.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AA3361-A6CB-3F3E-EB4B-27A7D9CEA6E3}"/>
              </a:ext>
            </a:extLst>
          </p:cNvPr>
          <p:cNvSpPr txBox="1"/>
          <p:nvPr/>
        </p:nvSpPr>
        <p:spPr>
          <a:xfrm>
            <a:off x="283029" y="255814"/>
            <a:ext cx="867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Best Practice for Optimizing Genie’s AI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9950B-A6B0-0B68-276D-87D5D290D322}"/>
              </a:ext>
            </a:extLst>
          </p:cNvPr>
          <p:cNvSpPr txBox="1"/>
          <p:nvPr/>
        </p:nvSpPr>
        <p:spPr>
          <a:xfrm>
            <a:off x="402771" y="1039586"/>
            <a:ext cx="79846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Data Quality is Fundamental</a:t>
            </a:r>
          </a:p>
          <a:p>
            <a:pPr marL="342900" indent="-342900">
              <a:buAutoNum type="arabicPeriod"/>
            </a:pPr>
            <a:r>
              <a:rPr lang="en-GB" dirty="0"/>
              <a:t>Clear Natural Language</a:t>
            </a:r>
          </a:p>
          <a:p>
            <a:pPr marL="342900" indent="-342900">
              <a:buAutoNum type="arabicPeriod"/>
            </a:pPr>
            <a:r>
              <a:rPr lang="en-GB" dirty="0"/>
              <a:t>Optimising Genie space configuration</a:t>
            </a:r>
          </a:p>
          <a:p>
            <a:pPr marL="800100" lvl="1" indent="-342900">
              <a:buAutoNum type="arabicPeriod"/>
            </a:pPr>
            <a:r>
              <a:rPr lang="en-GB" dirty="0"/>
              <a:t>Instructions for Business Context</a:t>
            </a:r>
          </a:p>
          <a:p>
            <a:pPr marL="800100" lvl="1" indent="-342900">
              <a:buAutoNum type="arabicPeriod"/>
            </a:pPr>
            <a:r>
              <a:rPr lang="en-GB" dirty="0"/>
              <a:t>Example SQL Queries (Structured definitions through SQL are more reliable and maintainable than plain text guidance.)</a:t>
            </a:r>
          </a:p>
          <a:p>
            <a:pPr marL="800100" lvl="1" indent="-342900">
              <a:buAutoNum type="arabicPeriod"/>
            </a:pPr>
            <a:r>
              <a:rPr lang="en-GB" dirty="0"/>
              <a:t>Custom SQL Functions</a:t>
            </a:r>
          </a:p>
          <a:p>
            <a:pPr marL="342900" indent="-342900">
              <a:buAutoNum type="arabicPeriod"/>
            </a:pPr>
            <a:r>
              <a:rPr lang="en-GB" dirty="0"/>
              <a:t>Iterative Refinement</a:t>
            </a:r>
          </a:p>
          <a:p>
            <a:pPr marL="342900" indent="-342900">
              <a:buAutoNum type="arabicPeriod"/>
            </a:pPr>
            <a:r>
              <a:rPr lang="en-GB" dirty="0"/>
              <a:t>Consider pre-materialised views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C6549-2B3D-6636-8CB6-739CA9917CE4}"/>
              </a:ext>
            </a:extLst>
          </p:cNvPr>
          <p:cNvSpPr txBox="1"/>
          <p:nvPr/>
        </p:nvSpPr>
        <p:spPr>
          <a:xfrm>
            <a:off x="495300" y="4293708"/>
            <a:ext cx="8240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2"/>
              </a:rPr>
              <a:t>Enhancing Databricks Genie with Advanced AI </a:t>
            </a:r>
            <a:r>
              <a:rPr lang="en-GB" sz="1400" dirty="0" err="1">
                <a:hlinkClick r:id="rId2"/>
              </a:rPr>
              <a:t>Capabi</a:t>
            </a:r>
            <a:r>
              <a:rPr lang="en-GB" sz="1400" dirty="0">
                <a:hlinkClick r:id="rId2"/>
              </a:rPr>
              <a:t>... - Databricks Community - 122152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CC320-EDCB-E8BF-0853-596FB6EDD80B}"/>
              </a:ext>
            </a:extLst>
          </p:cNvPr>
          <p:cNvSpPr txBox="1"/>
          <p:nvPr/>
        </p:nvSpPr>
        <p:spPr>
          <a:xfrm>
            <a:off x="473528" y="3950025"/>
            <a:ext cx="82840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3"/>
              </a:rPr>
              <a:t>Curate an effective Genie Space | Databricks on AWS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6936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5CC198-80CA-5947-42B0-BD078A1532C7}"/>
              </a:ext>
            </a:extLst>
          </p:cNvPr>
          <p:cNvSpPr txBox="1"/>
          <p:nvPr/>
        </p:nvSpPr>
        <p:spPr>
          <a:xfrm>
            <a:off x="500743" y="435429"/>
            <a:ext cx="7385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56EBB-5653-7B15-75EB-A6DA9CCDA5DA}"/>
              </a:ext>
            </a:extLst>
          </p:cNvPr>
          <p:cNvSpPr txBox="1"/>
          <p:nvPr/>
        </p:nvSpPr>
        <p:spPr>
          <a:xfrm>
            <a:off x="500743" y="1366157"/>
            <a:ext cx="75220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Genie API enforces a rate limit of </a:t>
            </a:r>
            <a:r>
              <a:rPr lang="en-GB" b="1" dirty="0"/>
              <a:t>five questions per minute</a:t>
            </a:r>
            <a:r>
              <a:rPr lang="en-GB" dirty="0"/>
              <a:t> when called from Microsoft Foundry.</a:t>
            </a:r>
          </a:p>
          <a:p>
            <a:r>
              <a:rPr lang="en-GB" dirty="0"/>
              <a:t>Design your agent prompts and user experience to avoid rapid sequential queries. If your scenario requires higher throughput, contact your Databricks account team to discuss options.</a:t>
            </a:r>
          </a:p>
          <a:p>
            <a:endParaRPr lang="en-GB" dirty="0"/>
          </a:p>
          <a:p>
            <a:r>
              <a:rPr lang="en-GB" dirty="0"/>
              <a:t>Genie spaces support up to 30 tables or views. </a:t>
            </a:r>
          </a:p>
          <a:p>
            <a:r>
              <a:rPr lang="en-GB" dirty="0" err="1"/>
              <a:t>Prejoin</a:t>
            </a:r>
            <a:r>
              <a:rPr lang="en-GB" dirty="0"/>
              <a:t> tables into views/metric views if requiring more than 30 tables.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169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D2D3F9-FEDC-EDF6-A14D-440ACA79E50B}"/>
              </a:ext>
            </a:extLst>
          </p:cNvPr>
          <p:cNvSpPr txBox="1"/>
          <p:nvPr/>
        </p:nvSpPr>
        <p:spPr>
          <a:xfrm>
            <a:off x="669471" y="582386"/>
            <a:ext cx="722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6BB880-0033-C54C-861D-F14ED9F55338}"/>
              </a:ext>
            </a:extLst>
          </p:cNvPr>
          <p:cNvSpPr txBox="1"/>
          <p:nvPr/>
        </p:nvSpPr>
        <p:spPr>
          <a:xfrm>
            <a:off x="669471" y="1415143"/>
            <a:ext cx="7309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Microsoft Foundry charges for agent LLM call cost. </a:t>
            </a:r>
          </a:p>
          <a:p>
            <a:r>
              <a:rPr lang="en-GB" dirty="0"/>
              <a:t>Azure Databricks charges for serverless SQL compute when Genie spaces execute queries.</a:t>
            </a:r>
          </a:p>
        </p:txBody>
      </p:sp>
    </p:spTree>
    <p:extLst>
      <p:ext uri="{BB962C8B-B14F-4D97-AF65-F5344CB8AC3E}">
        <p14:creationId xmlns:p14="http://schemas.microsoft.com/office/powerpoint/2010/main" val="1404526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CED145-9CE4-2D69-1324-933C9E8069C0}"/>
              </a:ext>
            </a:extLst>
          </p:cNvPr>
          <p:cNvSpPr txBox="1"/>
          <p:nvPr/>
        </p:nvSpPr>
        <p:spPr>
          <a:xfrm>
            <a:off x="963385" y="1915885"/>
            <a:ext cx="6765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7598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09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3891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Ask your Databricks data from a Foundry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4434840" cy="3566160"/>
          </a:xfrm>
          <a:prstGeom prst="rect">
            <a:avLst/>
          </a:prstGeom>
          <a:solidFill>
            <a:srgbClr val="0E2340"/>
          </a:solidFill>
          <a:ln w="12700">
            <a:solidFill>
              <a:srgbClr val="1C3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Demo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4160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AF4FB"/>
                </a:solidFill>
              </a:rPr>
              <a:t>Show the Genie Space in Databricks — tables, context, and curated questions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AF4FB"/>
                </a:solidFill>
              </a:rPr>
              <a:t>Show the MCP Server endpoint enabled in workspace settings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AF4FB"/>
                </a:solidFill>
              </a:rPr>
              <a:t>Open Azure AI Foundry — show the Genie tool connection configured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AF4FB"/>
                </a:solidFill>
              </a:rPr>
              <a:t>Run the Foundry agent: ask "What were our top 10 products by revenue last quarter?"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AF4FB"/>
                </a:solidFill>
              </a:rPr>
              <a:t>Agent invokes Genie → Genie generates SQL → results returned to agent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AF4FB"/>
                </a:solidFill>
              </a:rPr>
              <a:t>Agent synthesises a natural language answer with citations back to the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56048" y="1298448"/>
            <a:ext cx="3822192" cy="3566160"/>
          </a:xfrm>
          <a:prstGeom prst="rect">
            <a:avLst/>
          </a:prstGeom>
          <a:solidFill>
            <a:srgbClr val="08111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102352" y="1417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</a:rPr>
              <a:t>FOUNDRY AGENT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02352" y="1737360"/>
            <a:ext cx="352044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You  : What were our top 10 products by revenue last quarter?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02352" y="2194560"/>
            <a:ext cx="352044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B4D8"/>
                </a:solidFill>
              </a:rPr>
              <a:t>Tool : [Calling databricks-genie tool…]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B4D8"/>
                </a:solidFill>
              </a:rPr>
              <a:t>→ Query: SELECT product, SUM(revenue) FROM sales…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B4D8"/>
                </a:solidFill>
              </a:rPr>
              <a:t>→ Returned 10 rows from Unity Catalog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02352" y="3163824"/>
            <a:ext cx="352044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AF4FB"/>
                </a:solidFill>
              </a:rPr>
              <a:t>Agent: The top product was Product A at £4.2M, followed by Product B at £3.8M…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02352" y="46634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* Sample only — replace with your actual customer data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2B"/>
          </a:solidFill>
          <a:ln w="12700">
            <a:solidFill>
              <a:srgbClr val="0915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WHAT'S NEXT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6400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Continue the series &amp; try it yourself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5120640" cy="2560320"/>
          </a:xfrm>
          <a:prstGeom prst="rect">
            <a:avLst/>
          </a:prstGeom>
          <a:solidFill>
            <a:srgbClr val="0E2340"/>
          </a:solidFill>
          <a:ln w="12700">
            <a:solidFill>
              <a:srgbClr val="1C3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Upcoming sessions in this series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658368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June 29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61872" y="20848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4FB"/>
                </a:solidFill>
              </a:rPr>
              <a:t>Bring Fabric Data Agent into Foundry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62072"/>
            <a:ext cx="658368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July 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61872" y="2953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4FB"/>
                </a:solidFill>
              </a:rPr>
              <a:t>Fabric MCP + Power BI MCP into Foundry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50992" y="1463040"/>
            <a:ext cx="3127248" cy="2560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806440" y="15727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9152B"/>
                </a:solidFill>
              </a:rPr>
              <a:t>Try it today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1920240"/>
            <a:ext cx="2788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9152B"/>
                </a:solidFill>
              </a:rPr>
              <a:t>Set up a Genie Space on your Databricks workspace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9152B"/>
                </a:solidFill>
              </a:rPr>
              <a:t>Enable the Genie MCP Server endpoint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9152B"/>
                </a:solidFill>
              </a:rPr>
              <a:t>Connect it to your Azure AI Foundry project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9152B"/>
                </a:solidFill>
              </a:rPr>
              <a:t>Share your results in next week's session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Li Ma  |  lima8@microsoft.com  |  Foundry Data Integration Series  |  June 22, 2026</a:t>
            </a:r>
            <a:endParaRPr lang="en-US" sz="8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18ED2E-BA21-6E6D-E705-F4ED78890B5A}"/>
              </a:ext>
            </a:extLst>
          </p:cNvPr>
          <p:cNvSpPr txBox="1"/>
          <p:nvPr/>
        </p:nvSpPr>
        <p:spPr>
          <a:xfrm>
            <a:off x="4199710" y="4141999"/>
            <a:ext cx="4578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linkClick r:id="rId3"/>
              </a:rPr>
              <a:t>Use Azure Databricks Genie in Microsoft Foundry - Azure Databricks | Microsoft Learn</a:t>
            </a:r>
            <a:endParaRPr lang="en-GB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072F6E-F81C-BD4C-9BEB-B22C3250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BCFC7A-8FFC-A195-56EB-C46216EBE76B}"/>
              </a:ext>
            </a:extLst>
          </p:cNvPr>
          <p:cNvSpPr txBox="1"/>
          <p:nvPr/>
        </p:nvSpPr>
        <p:spPr>
          <a:xfrm>
            <a:off x="985157" y="1872343"/>
            <a:ext cx="7565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Use case 2: Use Databricks tool to run operational actions</a:t>
            </a:r>
          </a:p>
        </p:txBody>
      </p:sp>
    </p:spTree>
    <p:extLst>
      <p:ext uri="{BB962C8B-B14F-4D97-AF65-F5344CB8AC3E}">
        <p14:creationId xmlns:p14="http://schemas.microsoft.com/office/powerpoint/2010/main" val="974946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 Template">
  <a:themeElements>
    <a:clrScheme name="Custom 2">
      <a:dk1>
        <a:srgbClr val="000000"/>
      </a:dk1>
      <a:lt1>
        <a:srgbClr val="FFFFFF"/>
      </a:lt1>
      <a:dk2>
        <a:srgbClr val="243A5E"/>
      </a:dk2>
      <a:lt2>
        <a:srgbClr val="E6E6E6"/>
      </a:lt2>
      <a:accent1>
        <a:srgbClr val="0078D4"/>
      </a:accent1>
      <a:accent2>
        <a:srgbClr val="243A5E"/>
      </a:accent2>
      <a:accent3>
        <a:srgbClr val="50E6FF"/>
      </a:accent3>
      <a:accent4>
        <a:srgbClr val="008575"/>
      </a:accent4>
      <a:accent5>
        <a:srgbClr val="274B47"/>
      </a:accent5>
      <a:accent6>
        <a:srgbClr val="000000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  <a:extLst>
    <a:ext uri="{05A4C25C-085E-4340-85A3-A5531E510DB2}">
      <thm15:themeFamily xmlns:thm15="http://schemas.microsoft.com/office/thememl/2012/main" name="FY22 Unified Support Deck_R2" id="{87F4FB34-706C-3B40-A2F5-AAB55F65BD79}" vid="{83F148C1-8898-3D42-A66A-0DC42327C7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5244</TotalTime>
  <Words>1788</Words>
  <Application>Microsoft Office PowerPoint</Application>
  <PresentationFormat>On-screen Show (16:9)</PresentationFormat>
  <Paragraphs>259</Paragraphs>
  <Slides>18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Arial 16</vt:lpstr>
      <vt:lpstr>Aptos</vt:lpstr>
      <vt:lpstr>Arial</vt:lpstr>
      <vt:lpstr>Calibri</vt:lpstr>
      <vt:lpstr>Calibri Light</vt:lpstr>
      <vt:lpstr>Segoe Sans Display Semibold</vt:lpstr>
      <vt:lpstr>Segoe Sans Display Semilight</vt:lpstr>
      <vt:lpstr>Segoe Sans Small Semilight</vt:lpstr>
      <vt:lpstr>Segoe Sans Text</vt:lpstr>
      <vt:lpstr>Segoe UI</vt:lpstr>
      <vt:lpstr>Segoe UI Semibold</vt:lpstr>
      <vt:lpstr>Segoe UI Variable Display Semib</vt:lpstr>
      <vt:lpstr>Segoe UI Variable Display Semibold</vt:lpstr>
      <vt:lpstr>Wingdings</vt:lpstr>
      <vt:lpstr>Office 2013 - 2022 Theme</vt:lpstr>
      <vt:lpstr>White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Intelligence with Azure Databricks in AI Foundry</vt:lpstr>
      <vt:lpstr>PowerPoint Presentation</vt:lpstr>
      <vt:lpstr>Azure Databricks and AI Foundry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Bring Databricks Genie into Foundry</dc:title>
  <dc:subject>PptxGenJS Presentation</dc:subject>
  <dc:creator>Li Ma</dc:creator>
  <cp:lastModifiedBy>Li Ma</cp:lastModifiedBy>
  <cp:revision>13</cp:revision>
  <dcterms:created xsi:type="dcterms:W3CDTF">2026-06-18T21:18:52Z</dcterms:created>
  <dcterms:modified xsi:type="dcterms:W3CDTF">2026-06-24T11:12:19Z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2013 - 2022 Theme:8\White Template:34</vt:lpwstr>
  </property>
  <property fmtid="{D5CDD505-2E9C-101B-9397-08002B2CF9AE}" pid="3" name="ClassificationContentMarkingFooterText">
    <vt:lpwstr>Classified as Microsoft Confidential</vt:lpwstr>
  </property>
</Properties>
</file>